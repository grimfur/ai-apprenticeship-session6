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4" r:id="rId2"/>
  </p:sldMasterIdLst>
  <p:sldIdLst>
    <p:sldId id="351" r:id="rId3"/>
    <p:sldId id="439" r:id="rId4"/>
    <p:sldId id="440" r:id="rId5"/>
    <p:sldId id="441" r:id="rId6"/>
    <p:sldId id="442" r:id="rId7"/>
    <p:sldId id="443" r:id="rId8"/>
    <p:sldId id="44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49" d="100"/>
          <a:sy n="49" d="100"/>
        </p:scale>
        <p:origin x="60" y="1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17" Type="http://schemas.openxmlformats.org/officeDocument/2006/relationships/customXml" Target="../customXml/item3.xml"/><Relationship Id="rId2" Type="http://schemas.openxmlformats.org/officeDocument/2006/relationships/slideMaster" Target="slideMasters/slideMaster2.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customXml" Target="../customXml/item1.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ina Thomas" userId="d204b9c7-e8b5-4a67-887f-b8d0b5ea9480" providerId="ADAL" clId="{1D9F5611-84BA-4C42-94F5-CA489C817A3A}"/>
    <pc:docChg chg="modSld">
      <pc:chgData name="Georgina Thomas" userId="d204b9c7-e8b5-4a67-887f-b8d0b5ea9480" providerId="ADAL" clId="{1D9F5611-84BA-4C42-94F5-CA489C817A3A}" dt="2026-01-29T10:38:16.606" v="16" actId="20577"/>
      <pc:docMkLst>
        <pc:docMk/>
      </pc:docMkLst>
      <pc:sldChg chg="modSp mod">
        <pc:chgData name="Georgina Thomas" userId="d204b9c7-e8b5-4a67-887f-b8d0b5ea9480" providerId="ADAL" clId="{1D9F5611-84BA-4C42-94F5-CA489C817A3A}" dt="2026-01-29T10:38:16.606" v="16" actId="20577"/>
        <pc:sldMkLst>
          <pc:docMk/>
          <pc:sldMk cId="1759904695" sldId="351"/>
        </pc:sldMkLst>
        <pc:spChg chg="mod">
          <ac:chgData name="Georgina Thomas" userId="d204b9c7-e8b5-4a67-887f-b8d0b5ea9480" providerId="ADAL" clId="{1D9F5611-84BA-4C42-94F5-CA489C817A3A}" dt="2026-01-29T10:38:16.606" v="16" actId="20577"/>
          <ac:spMkLst>
            <pc:docMk/>
            <pc:sldMk cId="1759904695" sldId="351"/>
            <ac:spMk id="6" creationId="{963C011E-EF7A-33EE-4DEB-142310BC556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4.sv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13.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18.sv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17.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41645-4744-B7A7-A724-65CDD8AFF72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AFA32CB-5DE0-ED19-9E94-007536C36079}"/>
              </a:ext>
            </a:extLst>
          </p:cNvPr>
          <p:cNvSpPr>
            <a:spLocks noGrp="1"/>
          </p:cNvSpPr>
          <p:nvPr>
            <p:ph sz="half" idx="1"/>
          </p:nvPr>
        </p:nvSpPr>
        <p:spPr>
          <a:xfrm>
            <a:off x="323850" y="1493042"/>
            <a:ext cx="5553075" cy="48633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C35558A9-9BCC-9715-1659-EFA886362E40}"/>
              </a:ext>
            </a:extLst>
          </p:cNvPr>
          <p:cNvSpPr>
            <a:spLocks noGrp="1"/>
          </p:cNvSpPr>
          <p:nvPr>
            <p:ph sz="half" idx="2"/>
          </p:nvPr>
        </p:nvSpPr>
        <p:spPr>
          <a:xfrm>
            <a:off x="6315076" y="1493042"/>
            <a:ext cx="5553074" cy="48633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4">
            <a:extLst>
              <a:ext uri="{FF2B5EF4-FFF2-40B4-BE49-F238E27FC236}">
                <a16:creationId xmlns:a16="http://schemas.microsoft.com/office/drawing/2014/main" id="{F719A91C-1FDD-8536-143B-E0D0902CF552}"/>
              </a:ext>
            </a:extLst>
          </p:cNvPr>
          <p:cNvSpPr>
            <a:spLocks noGrp="1"/>
          </p:cNvSpPr>
          <p:nvPr>
            <p:ph type="dt" sz="half" idx="10"/>
          </p:nvPr>
        </p:nvSpPr>
        <p:spPr/>
        <p:txBody>
          <a:bodyPr/>
          <a:lstStyle/>
          <a:p>
            <a:fld id="{F20EA3DD-29FE-42D3-9E6E-DACE172DFB13}" type="datetime1">
              <a:rPr lang="en-GB" smtClean="0"/>
              <a:t>29/01/2026</a:t>
            </a:fld>
            <a:endParaRPr lang="en-GB"/>
          </a:p>
        </p:txBody>
      </p:sp>
      <p:sp>
        <p:nvSpPr>
          <p:cNvPr id="6" name="Footer Placeholder 5">
            <a:extLst>
              <a:ext uri="{FF2B5EF4-FFF2-40B4-BE49-F238E27FC236}">
                <a16:creationId xmlns:a16="http://schemas.microsoft.com/office/drawing/2014/main" id="{78A6CB84-3318-234A-0CFC-46573FF4260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F1C9F1-7BC5-342F-753E-4925A5D922E6}"/>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2351878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FBB1-7F05-2482-17B9-5D3E102C1FE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E2EF955-C4D8-A54D-1D25-AE09A04277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7F252D8-7B67-9F9D-C968-BD34EBFF937F}"/>
              </a:ext>
            </a:extLst>
          </p:cNvPr>
          <p:cNvSpPr>
            <a:spLocks noGrp="1"/>
          </p:cNvSpPr>
          <p:nvPr>
            <p:ph type="dt" sz="half" idx="10"/>
          </p:nvPr>
        </p:nvSpPr>
        <p:spPr/>
        <p:txBody>
          <a:bodyPr/>
          <a:lstStyle/>
          <a:p>
            <a:fld id="{F4B35BB2-7947-4140-A8C3-116BED4CA5DC}" type="datetime1">
              <a:rPr lang="en-GB" smtClean="0"/>
              <a:t>29/01/2026</a:t>
            </a:fld>
            <a:endParaRPr lang="en-GB"/>
          </a:p>
        </p:txBody>
      </p:sp>
      <p:sp>
        <p:nvSpPr>
          <p:cNvPr id="5" name="Footer Placeholder 4">
            <a:extLst>
              <a:ext uri="{FF2B5EF4-FFF2-40B4-BE49-F238E27FC236}">
                <a16:creationId xmlns:a16="http://schemas.microsoft.com/office/drawing/2014/main" id="{E3EE2C8E-6575-FEAA-A330-38F42C45DB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736D39-3A2B-30A0-A76E-75640514FBB4}"/>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254368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a:gsLst>
            <a:gs pos="51000">
              <a:srgbClr val="ED6832"/>
            </a:gs>
            <a:gs pos="0">
              <a:schemeClr val="accent2"/>
            </a:gs>
            <a:gs pos="100000">
              <a:schemeClr val="accent1"/>
            </a:gs>
          </a:gsLst>
          <a:lin ang="0" scaled="0"/>
        </a:gra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C57D128-5BF2-B07A-0992-00BEF2E975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18014" y="1066304"/>
            <a:ext cx="9373985" cy="5791696"/>
          </a:xfrm>
          <a:prstGeom prst="rect">
            <a:avLst/>
          </a:prstGeom>
        </p:spPr>
      </p:pic>
      <p:sp>
        <p:nvSpPr>
          <p:cNvPr id="2" name="Title 1">
            <a:extLst>
              <a:ext uri="{FF2B5EF4-FFF2-40B4-BE49-F238E27FC236}">
                <a16:creationId xmlns:a16="http://schemas.microsoft.com/office/drawing/2014/main" id="{C95211B7-F08F-BA22-815B-1EDF73FE5950}"/>
              </a:ext>
            </a:extLst>
          </p:cNvPr>
          <p:cNvSpPr>
            <a:spLocks noGrp="1"/>
          </p:cNvSpPr>
          <p:nvPr>
            <p:ph type="title"/>
          </p:nvPr>
        </p:nvSpPr>
        <p:spPr>
          <a:xfrm>
            <a:off x="549217" y="1620981"/>
            <a:ext cx="10515600" cy="1736148"/>
          </a:xfrm>
        </p:spPr>
        <p:txBody>
          <a:bodyPr anchor="b"/>
          <a:lstStyle>
            <a:lvl1pPr>
              <a:defRPr sz="6000" b="1">
                <a:solidFill>
                  <a:schemeClr val="bg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C853BF4-954E-9CD2-D750-9930F93D79B9}"/>
              </a:ext>
            </a:extLst>
          </p:cNvPr>
          <p:cNvSpPr>
            <a:spLocks noGrp="1"/>
          </p:cNvSpPr>
          <p:nvPr>
            <p:ph type="body" idx="1"/>
          </p:nvPr>
        </p:nvSpPr>
        <p:spPr>
          <a:xfrm>
            <a:off x="549217" y="3384117"/>
            <a:ext cx="10515600" cy="871999"/>
          </a:xfrm>
        </p:spPr>
        <p:txBody>
          <a:bodyPr>
            <a:normAutofit/>
          </a:bodyPr>
          <a:lstStyle>
            <a:lvl1pPr marL="0" indent="0">
              <a:buNone/>
              <a:defRPr sz="4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92EF50-6D3C-4BE8-B9ED-F2E6957D7C3A}"/>
              </a:ext>
            </a:extLst>
          </p:cNvPr>
          <p:cNvSpPr>
            <a:spLocks noGrp="1"/>
          </p:cNvSpPr>
          <p:nvPr>
            <p:ph type="dt" sz="half" idx="10"/>
          </p:nvPr>
        </p:nvSpPr>
        <p:spPr/>
        <p:txBody>
          <a:bodyPr/>
          <a:lstStyle/>
          <a:p>
            <a:fld id="{BF5A8FCD-1FC5-4A68-813C-1A32677ACBB1}" type="datetime1">
              <a:rPr lang="en-GB" smtClean="0"/>
              <a:t>29/01/2026</a:t>
            </a:fld>
            <a:endParaRPr lang="en-GB"/>
          </a:p>
        </p:txBody>
      </p:sp>
      <p:sp>
        <p:nvSpPr>
          <p:cNvPr id="5" name="Footer Placeholder 4">
            <a:extLst>
              <a:ext uri="{FF2B5EF4-FFF2-40B4-BE49-F238E27FC236}">
                <a16:creationId xmlns:a16="http://schemas.microsoft.com/office/drawing/2014/main" id="{C426139E-AA22-71C3-2734-F5EF696998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A2CBEA-00A1-966A-DFAA-0244093D5F73}"/>
              </a:ext>
            </a:extLst>
          </p:cNvPr>
          <p:cNvSpPr>
            <a:spLocks noGrp="1"/>
          </p:cNvSpPr>
          <p:nvPr>
            <p:ph type="sldNum" sz="quarter" idx="12"/>
          </p:nvPr>
        </p:nvSpPr>
        <p:spPr/>
        <p:txBody>
          <a:bodyPr/>
          <a:lstStyle/>
          <a:p>
            <a:fld id="{F74D7E6C-9B20-4593-B18C-8D2C7BEEFCA2}" type="slidenum">
              <a:rPr lang="en-GB" smtClean="0"/>
              <a:t>‹#›</a:t>
            </a:fld>
            <a:endParaRPr lang="en-GB"/>
          </a:p>
        </p:txBody>
      </p:sp>
      <p:pic>
        <p:nvPicPr>
          <p:cNvPr id="9" name="Picture 8" descr="A picture containing text, clipart&#10;&#10;Description automatically generated">
            <a:extLst>
              <a:ext uri="{FF2B5EF4-FFF2-40B4-BE49-F238E27FC236}">
                <a16:creationId xmlns:a16="http://schemas.microsoft.com/office/drawing/2014/main" id="{0F7EA940-09F5-1D44-3597-A981F297F2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pic>
        <p:nvPicPr>
          <p:cNvPr id="7" name="Graphic 6">
            <a:extLst>
              <a:ext uri="{FF2B5EF4-FFF2-40B4-BE49-F238E27FC236}">
                <a16:creationId xmlns:a16="http://schemas.microsoft.com/office/drawing/2014/main" id="{D2564668-2BB7-0C12-5FC9-C2981688118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18014" y="1066304"/>
            <a:ext cx="9373985" cy="5791696"/>
          </a:xfrm>
          <a:prstGeom prst="rect">
            <a:avLst/>
          </a:prstGeom>
        </p:spPr>
      </p:pic>
      <p:pic>
        <p:nvPicPr>
          <p:cNvPr id="10" name="Picture 9" descr="A picture containing text, clipart&#10;&#10;Description automatically generated">
            <a:extLst>
              <a:ext uri="{FF2B5EF4-FFF2-40B4-BE49-F238E27FC236}">
                <a16:creationId xmlns:a16="http://schemas.microsoft.com/office/drawing/2014/main" id="{C494329D-33F7-6904-8F0D-2C34199FF1A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spTree>
    <p:extLst>
      <p:ext uri="{BB962C8B-B14F-4D97-AF65-F5344CB8AC3E}">
        <p14:creationId xmlns:p14="http://schemas.microsoft.com/office/powerpoint/2010/main" val="41232070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gradFill>
          <a:gsLst>
            <a:gs pos="51000">
              <a:srgbClr val="ED6832"/>
            </a:gs>
            <a:gs pos="0">
              <a:schemeClr val="accent2"/>
            </a:gs>
            <a:gs pos="100000">
              <a:schemeClr val="accent1"/>
            </a:gs>
          </a:gsLst>
          <a:lin ang="0" scaled="0"/>
        </a:gra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93E0A350-4266-A582-6920-5C96BF52237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38749" y="716003"/>
            <a:ext cx="7653251" cy="6149623"/>
          </a:xfrm>
          <a:prstGeom prst="rect">
            <a:avLst/>
          </a:prstGeom>
        </p:spPr>
      </p:pic>
      <p:sp>
        <p:nvSpPr>
          <p:cNvPr id="2" name="Title 1">
            <a:extLst>
              <a:ext uri="{FF2B5EF4-FFF2-40B4-BE49-F238E27FC236}">
                <a16:creationId xmlns:a16="http://schemas.microsoft.com/office/drawing/2014/main" id="{28032C5A-F51C-CBCF-6548-CB3F56DF1C26}"/>
              </a:ext>
            </a:extLst>
          </p:cNvPr>
          <p:cNvSpPr>
            <a:spLocks noGrp="1"/>
          </p:cNvSpPr>
          <p:nvPr>
            <p:ph type="ctrTitle"/>
          </p:nvPr>
        </p:nvSpPr>
        <p:spPr>
          <a:xfrm>
            <a:off x="242587" y="300942"/>
            <a:ext cx="9144000" cy="1513330"/>
          </a:xfrm>
        </p:spPr>
        <p:txBody>
          <a:bodyPr anchor="b"/>
          <a:lstStyle>
            <a:lvl1pPr algn="l">
              <a:defRPr sz="6000" b="1">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87F1F307-627B-BC4D-CA13-D474A64153C9}"/>
              </a:ext>
            </a:extLst>
          </p:cNvPr>
          <p:cNvSpPr>
            <a:spLocks noGrp="1"/>
          </p:cNvSpPr>
          <p:nvPr>
            <p:ph type="subTitle" idx="1"/>
          </p:nvPr>
        </p:nvSpPr>
        <p:spPr>
          <a:xfrm>
            <a:off x="242587" y="1814272"/>
            <a:ext cx="9144000" cy="662710"/>
          </a:xfrm>
        </p:spPr>
        <p:txBody>
          <a:bodyPr>
            <a:noAutofit/>
          </a:bodyPr>
          <a:lstStyle>
            <a:lvl1pPr marL="0" indent="0" algn="l">
              <a:buNone/>
              <a:defRPr sz="4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6D74298-BC2B-4A63-C754-90CF95F53D5D}"/>
              </a:ext>
            </a:extLst>
          </p:cNvPr>
          <p:cNvSpPr>
            <a:spLocks noGrp="1"/>
          </p:cNvSpPr>
          <p:nvPr>
            <p:ph type="dt" sz="half" idx="10"/>
          </p:nvPr>
        </p:nvSpPr>
        <p:spPr/>
        <p:txBody>
          <a:bodyPr/>
          <a:lstStyle>
            <a:lvl1pPr>
              <a:defRPr>
                <a:solidFill>
                  <a:schemeClr val="tx1"/>
                </a:solidFill>
              </a:defRPr>
            </a:lvl1pPr>
          </a:lstStyle>
          <a:p>
            <a:fld id="{CB29FFA8-3186-4C0E-9F77-F9BCEAB768E7}" type="datetime1">
              <a:rPr lang="en-GB" smtClean="0"/>
              <a:t>29/01/2026</a:t>
            </a:fld>
            <a:endParaRPr lang="en-GB"/>
          </a:p>
        </p:txBody>
      </p:sp>
      <p:sp>
        <p:nvSpPr>
          <p:cNvPr id="5" name="Footer Placeholder 4">
            <a:extLst>
              <a:ext uri="{FF2B5EF4-FFF2-40B4-BE49-F238E27FC236}">
                <a16:creationId xmlns:a16="http://schemas.microsoft.com/office/drawing/2014/main" id="{1EEA0D40-36A9-9796-44E6-FE2E012C399E}"/>
              </a:ext>
            </a:extLst>
          </p:cNvPr>
          <p:cNvSpPr>
            <a:spLocks noGrp="1"/>
          </p:cNvSpPr>
          <p:nvPr>
            <p:ph type="ftr" sz="quarter" idx="11"/>
          </p:nvPr>
        </p:nvSpPr>
        <p:spPr/>
        <p:txBody>
          <a:bodyPr/>
          <a:lstStyle>
            <a:lvl1pPr>
              <a:defRPr>
                <a:solidFill>
                  <a:schemeClr val="tx1"/>
                </a:solidFill>
              </a:defRPr>
            </a:lvl1pPr>
          </a:lstStyle>
          <a:p>
            <a:endParaRPr lang="en-GB"/>
          </a:p>
        </p:txBody>
      </p:sp>
      <p:sp>
        <p:nvSpPr>
          <p:cNvPr id="6" name="Slide Number Placeholder 5">
            <a:extLst>
              <a:ext uri="{FF2B5EF4-FFF2-40B4-BE49-F238E27FC236}">
                <a16:creationId xmlns:a16="http://schemas.microsoft.com/office/drawing/2014/main" id="{0075C5CF-CD0E-984C-F84E-6DCB75E08BEF}"/>
              </a:ext>
            </a:extLst>
          </p:cNvPr>
          <p:cNvSpPr>
            <a:spLocks noGrp="1"/>
          </p:cNvSpPr>
          <p:nvPr>
            <p:ph type="sldNum" sz="quarter" idx="12"/>
          </p:nvPr>
        </p:nvSpPr>
        <p:spPr/>
        <p:txBody>
          <a:bodyPr/>
          <a:lstStyle>
            <a:lvl1pPr>
              <a:defRPr>
                <a:solidFill>
                  <a:schemeClr val="tx1"/>
                </a:solidFill>
              </a:defRPr>
            </a:lvl1pPr>
          </a:lstStyle>
          <a:p>
            <a:fld id="{F74D7E6C-9B20-4593-B18C-8D2C7BEEFCA2}" type="slidenum">
              <a:rPr lang="en-GB" smtClean="0"/>
              <a:pPr/>
              <a:t>‹#›</a:t>
            </a:fld>
            <a:endParaRPr lang="en-GB"/>
          </a:p>
        </p:txBody>
      </p:sp>
      <p:pic>
        <p:nvPicPr>
          <p:cNvPr id="8" name="Picture 7" descr="A picture containing text, clipart&#10;&#10;Description automatically generated">
            <a:extLst>
              <a:ext uri="{FF2B5EF4-FFF2-40B4-BE49-F238E27FC236}">
                <a16:creationId xmlns:a16="http://schemas.microsoft.com/office/drawing/2014/main" id="{0EFCD07B-960A-26DA-7B21-1F6DB4CA6A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sp>
        <p:nvSpPr>
          <p:cNvPr id="14" name="Text Placeholder 13">
            <a:extLst>
              <a:ext uri="{FF2B5EF4-FFF2-40B4-BE49-F238E27FC236}">
                <a16:creationId xmlns:a16="http://schemas.microsoft.com/office/drawing/2014/main" id="{16A5BC0E-3BB4-7653-DCF5-D67C5983AA0A}"/>
              </a:ext>
            </a:extLst>
          </p:cNvPr>
          <p:cNvSpPr>
            <a:spLocks noGrp="1"/>
          </p:cNvSpPr>
          <p:nvPr>
            <p:ph type="body" sz="quarter" idx="13" hasCustomPrompt="1"/>
          </p:nvPr>
        </p:nvSpPr>
        <p:spPr>
          <a:xfrm>
            <a:off x="1782502" y="3269325"/>
            <a:ext cx="7534878" cy="365125"/>
          </a:xfrm>
        </p:spPr>
        <p:txBody>
          <a:bodyPr wrap="square" anchor="ctr">
            <a:noAutofit/>
          </a:bodyPr>
          <a:lstStyle>
            <a:lvl1pPr marL="0" indent="0">
              <a:buNone/>
              <a:defRPr sz="2000">
                <a:solidFill>
                  <a:schemeClr val="bg1"/>
                </a:solidFill>
              </a:defRPr>
            </a:lvl1pPr>
            <a:lvl2pPr marL="457200" indent="0">
              <a:buNone/>
              <a:defRPr/>
            </a:lvl2pPr>
          </a:lstStyle>
          <a:p>
            <a:pPr lvl="0"/>
            <a:r>
              <a:rPr lang="en-GB"/>
              <a:t>Insert name of program</a:t>
            </a:r>
          </a:p>
        </p:txBody>
      </p:sp>
      <p:sp>
        <p:nvSpPr>
          <p:cNvPr id="17" name="Rectangle 16">
            <a:extLst>
              <a:ext uri="{FF2B5EF4-FFF2-40B4-BE49-F238E27FC236}">
                <a16:creationId xmlns:a16="http://schemas.microsoft.com/office/drawing/2014/main" id="{B7EB51FB-38DD-5F87-252E-078DE3D46908}"/>
              </a:ext>
            </a:extLst>
          </p:cNvPr>
          <p:cNvSpPr/>
          <p:nvPr/>
        </p:nvSpPr>
        <p:spPr>
          <a:xfrm>
            <a:off x="0" y="3270029"/>
            <a:ext cx="1782502"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a:solidFill>
                  <a:schemeClr val="bg1"/>
                </a:solidFill>
              </a:rPr>
              <a:t>Programme:</a:t>
            </a:r>
          </a:p>
        </p:txBody>
      </p:sp>
      <p:sp>
        <p:nvSpPr>
          <p:cNvPr id="21" name="Rectangle 20">
            <a:extLst>
              <a:ext uri="{FF2B5EF4-FFF2-40B4-BE49-F238E27FC236}">
                <a16:creationId xmlns:a16="http://schemas.microsoft.com/office/drawing/2014/main" id="{F04C0CEA-DE58-C6B3-9B2E-8CE71EA304CA}"/>
              </a:ext>
            </a:extLst>
          </p:cNvPr>
          <p:cNvSpPr/>
          <p:nvPr/>
        </p:nvSpPr>
        <p:spPr>
          <a:xfrm>
            <a:off x="0" y="4707775"/>
            <a:ext cx="1782502" cy="2486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1800" b="1">
                <a:solidFill>
                  <a:schemeClr val="bg1"/>
                </a:solidFill>
              </a:rPr>
              <a:t>Email:</a:t>
            </a:r>
          </a:p>
        </p:txBody>
      </p:sp>
      <p:sp>
        <p:nvSpPr>
          <p:cNvPr id="31" name="Rectangle 30">
            <a:extLst>
              <a:ext uri="{FF2B5EF4-FFF2-40B4-BE49-F238E27FC236}">
                <a16:creationId xmlns:a16="http://schemas.microsoft.com/office/drawing/2014/main" id="{05559DE5-06EE-DB80-A45E-181EFC9DE390}"/>
              </a:ext>
            </a:extLst>
          </p:cNvPr>
          <p:cNvSpPr/>
          <p:nvPr/>
        </p:nvSpPr>
        <p:spPr>
          <a:xfrm>
            <a:off x="0" y="3736505"/>
            <a:ext cx="1782502"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a:solidFill>
                  <a:schemeClr val="bg1"/>
                </a:solidFill>
              </a:rPr>
              <a:t>Unit:</a:t>
            </a:r>
          </a:p>
        </p:txBody>
      </p:sp>
      <p:sp>
        <p:nvSpPr>
          <p:cNvPr id="32" name="Rectangle 31">
            <a:extLst>
              <a:ext uri="{FF2B5EF4-FFF2-40B4-BE49-F238E27FC236}">
                <a16:creationId xmlns:a16="http://schemas.microsoft.com/office/drawing/2014/main" id="{E22F305A-C893-369D-A6CB-7A88300DFD88}"/>
              </a:ext>
            </a:extLst>
          </p:cNvPr>
          <p:cNvSpPr/>
          <p:nvPr/>
        </p:nvSpPr>
        <p:spPr>
          <a:xfrm>
            <a:off x="0" y="4201781"/>
            <a:ext cx="1782502"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GB" sz="2000" b="1">
                <a:solidFill>
                  <a:schemeClr val="bg1"/>
                </a:solidFill>
              </a:rPr>
              <a:t>Trainer:</a:t>
            </a:r>
          </a:p>
        </p:txBody>
      </p:sp>
      <p:sp>
        <p:nvSpPr>
          <p:cNvPr id="35" name="Text Placeholder 13">
            <a:extLst>
              <a:ext uri="{FF2B5EF4-FFF2-40B4-BE49-F238E27FC236}">
                <a16:creationId xmlns:a16="http://schemas.microsoft.com/office/drawing/2014/main" id="{9EF9BD93-126A-A9E4-9C66-BD0088ED7126}"/>
              </a:ext>
            </a:extLst>
          </p:cNvPr>
          <p:cNvSpPr>
            <a:spLocks noGrp="1"/>
          </p:cNvSpPr>
          <p:nvPr>
            <p:ph type="body" sz="quarter" idx="14" hasCustomPrompt="1"/>
          </p:nvPr>
        </p:nvSpPr>
        <p:spPr>
          <a:xfrm>
            <a:off x="1782502" y="3715056"/>
            <a:ext cx="7534878" cy="365125"/>
          </a:xfrm>
        </p:spPr>
        <p:txBody>
          <a:bodyPr anchor="ctr">
            <a:noAutofit/>
          </a:bodyPr>
          <a:lstStyle>
            <a:lvl1pPr marL="0" indent="0">
              <a:buNone/>
              <a:defRPr sz="2000">
                <a:solidFill>
                  <a:schemeClr val="bg1"/>
                </a:solidFill>
              </a:defRPr>
            </a:lvl1pPr>
            <a:lvl2pPr marL="457200" indent="0">
              <a:buNone/>
              <a:defRPr/>
            </a:lvl2pPr>
          </a:lstStyle>
          <a:p>
            <a:pPr lvl="0"/>
            <a:r>
              <a:rPr lang="en-GB"/>
              <a:t>Insert name of Unit</a:t>
            </a:r>
          </a:p>
        </p:txBody>
      </p:sp>
      <p:sp>
        <p:nvSpPr>
          <p:cNvPr id="36" name="Text Placeholder 13">
            <a:extLst>
              <a:ext uri="{FF2B5EF4-FFF2-40B4-BE49-F238E27FC236}">
                <a16:creationId xmlns:a16="http://schemas.microsoft.com/office/drawing/2014/main" id="{D9ACFA5F-2C2D-14E8-07FD-6DE9BDDAFF76}"/>
              </a:ext>
            </a:extLst>
          </p:cNvPr>
          <p:cNvSpPr>
            <a:spLocks noGrp="1"/>
          </p:cNvSpPr>
          <p:nvPr>
            <p:ph type="body" sz="quarter" idx="15" hasCustomPrompt="1"/>
          </p:nvPr>
        </p:nvSpPr>
        <p:spPr>
          <a:xfrm>
            <a:off x="1770927" y="4180331"/>
            <a:ext cx="7534878" cy="365125"/>
          </a:xfrm>
        </p:spPr>
        <p:txBody>
          <a:bodyPr anchor="ctr">
            <a:noAutofit/>
          </a:bodyPr>
          <a:lstStyle>
            <a:lvl1pPr marL="0" indent="0">
              <a:buNone/>
              <a:defRPr sz="2000">
                <a:solidFill>
                  <a:schemeClr val="bg1"/>
                </a:solidFill>
              </a:defRPr>
            </a:lvl1pPr>
            <a:lvl2pPr marL="457200" indent="0">
              <a:buNone/>
              <a:defRPr/>
            </a:lvl2pPr>
          </a:lstStyle>
          <a:p>
            <a:pPr lvl="0"/>
            <a:r>
              <a:rPr lang="en-GB"/>
              <a:t>Insert name of trainer</a:t>
            </a:r>
          </a:p>
        </p:txBody>
      </p:sp>
      <p:sp>
        <p:nvSpPr>
          <p:cNvPr id="38" name="Text Placeholder 13">
            <a:extLst>
              <a:ext uri="{FF2B5EF4-FFF2-40B4-BE49-F238E27FC236}">
                <a16:creationId xmlns:a16="http://schemas.microsoft.com/office/drawing/2014/main" id="{4FD5ACC9-C36F-2099-6576-7C1B0F64E717}"/>
              </a:ext>
            </a:extLst>
          </p:cNvPr>
          <p:cNvSpPr>
            <a:spLocks noGrp="1"/>
          </p:cNvSpPr>
          <p:nvPr>
            <p:ph type="body" sz="quarter" idx="17" hasCustomPrompt="1"/>
          </p:nvPr>
        </p:nvSpPr>
        <p:spPr>
          <a:xfrm>
            <a:off x="1782502" y="4637813"/>
            <a:ext cx="7534878" cy="365125"/>
          </a:xfrm>
        </p:spPr>
        <p:txBody>
          <a:bodyPr anchor="ctr">
            <a:noAutofit/>
          </a:bodyPr>
          <a:lstStyle>
            <a:lvl1pPr marL="0" indent="0">
              <a:buNone/>
              <a:defRPr sz="1800">
                <a:solidFill>
                  <a:schemeClr val="bg1"/>
                </a:solidFill>
              </a:defRPr>
            </a:lvl1pPr>
            <a:lvl2pPr marL="457200" indent="0">
              <a:buNone/>
              <a:defRPr/>
            </a:lvl2pPr>
          </a:lstStyle>
          <a:p>
            <a:pPr lvl="0"/>
            <a:r>
              <a:rPr lang="en-GB"/>
              <a:t>Insert name of trainer</a:t>
            </a:r>
          </a:p>
        </p:txBody>
      </p:sp>
      <p:sp>
        <p:nvSpPr>
          <p:cNvPr id="10" name="Rectangle 9">
            <a:extLst>
              <a:ext uri="{FF2B5EF4-FFF2-40B4-BE49-F238E27FC236}">
                <a16:creationId xmlns:a16="http://schemas.microsoft.com/office/drawing/2014/main" id="{B8010667-3CDC-D674-C526-EA69AFF2F818}"/>
              </a:ext>
            </a:extLst>
          </p:cNvPr>
          <p:cNvSpPr/>
          <p:nvPr userDrawn="1"/>
        </p:nvSpPr>
        <p:spPr>
          <a:xfrm>
            <a:off x="242587" y="5496225"/>
            <a:ext cx="6817970" cy="638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GB" sz="2400" b="1">
                <a:solidFill>
                  <a:schemeClr val="bg1"/>
                </a:solidFill>
              </a:rPr>
              <a:t>Safeguarding named lead: Lucy Brighton</a:t>
            </a:r>
          </a:p>
          <a:p>
            <a:pPr>
              <a:lnSpc>
                <a:spcPct val="120000"/>
              </a:lnSpc>
            </a:pPr>
            <a:r>
              <a:rPr lang="en-GB" sz="2400" b="1">
                <a:solidFill>
                  <a:schemeClr val="bg1"/>
                </a:solidFill>
              </a:rPr>
              <a:t>Safeguarding phone number: 0333 014 0270</a:t>
            </a:r>
            <a:endParaRPr lang="en-GB" sz="2400">
              <a:solidFill>
                <a:schemeClr val="bg1"/>
              </a:solidFill>
            </a:endParaRPr>
          </a:p>
        </p:txBody>
      </p:sp>
    </p:spTree>
    <p:extLst>
      <p:ext uri="{BB962C8B-B14F-4D97-AF65-F5344CB8AC3E}">
        <p14:creationId xmlns:p14="http://schemas.microsoft.com/office/powerpoint/2010/main" val="3118587221"/>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a:gsLst>
            <a:gs pos="51000">
              <a:srgbClr val="ED6832"/>
            </a:gs>
            <a:gs pos="0">
              <a:schemeClr val="accent2"/>
            </a:gs>
            <a:gs pos="100000">
              <a:schemeClr val="accent1"/>
            </a:gs>
          </a:gsLst>
          <a:lin ang="0" scaled="0"/>
        </a:gra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7C57D128-5BF2-B07A-0992-00BEF2E975C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18014" y="1066304"/>
            <a:ext cx="9373985" cy="5791696"/>
          </a:xfrm>
          <a:prstGeom prst="rect">
            <a:avLst/>
          </a:prstGeom>
        </p:spPr>
      </p:pic>
      <p:sp>
        <p:nvSpPr>
          <p:cNvPr id="2" name="Title 1">
            <a:extLst>
              <a:ext uri="{FF2B5EF4-FFF2-40B4-BE49-F238E27FC236}">
                <a16:creationId xmlns:a16="http://schemas.microsoft.com/office/drawing/2014/main" id="{C95211B7-F08F-BA22-815B-1EDF73FE5950}"/>
              </a:ext>
            </a:extLst>
          </p:cNvPr>
          <p:cNvSpPr>
            <a:spLocks noGrp="1"/>
          </p:cNvSpPr>
          <p:nvPr>
            <p:ph type="title"/>
          </p:nvPr>
        </p:nvSpPr>
        <p:spPr>
          <a:xfrm>
            <a:off x="549217" y="1620981"/>
            <a:ext cx="10515600" cy="1736148"/>
          </a:xfrm>
        </p:spPr>
        <p:txBody>
          <a:bodyPr anchor="b"/>
          <a:lstStyle>
            <a:lvl1pPr>
              <a:defRPr sz="6000" b="1">
                <a:solidFill>
                  <a:schemeClr val="bg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C853BF4-954E-9CD2-D750-9930F93D79B9}"/>
              </a:ext>
            </a:extLst>
          </p:cNvPr>
          <p:cNvSpPr>
            <a:spLocks noGrp="1"/>
          </p:cNvSpPr>
          <p:nvPr>
            <p:ph type="body" idx="1"/>
          </p:nvPr>
        </p:nvSpPr>
        <p:spPr>
          <a:xfrm>
            <a:off x="549217" y="3384117"/>
            <a:ext cx="10515600" cy="871999"/>
          </a:xfrm>
        </p:spPr>
        <p:txBody>
          <a:bodyPr>
            <a:normAutofit/>
          </a:bodyPr>
          <a:lstStyle>
            <a:lvl1pPr marL="0" indent="0">
              <a:buNone/>
              <a:defRPr sz="4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92EF50-6D3C-4BE8-B9ED-F2E6957D7C3A}"/>
              </a:ext>
            </a:extLst>
          </p:cNvPr>
          <p:cNvSpPr>
            <a:spLocks noGrp="1"/>
          </p:cNvSpPr>
          <p:nvPr>
            <p:ph type="dt" sz="half" idx="10"/>
          </p:nvPr>
        </p:nvSpPr>
        <p:spPr/>
        <p:txBody>
          <a:bodyPr/>
          <a:lstStyle/>
          <a:p>
            <a:fld id="{BF5A8FCD-1FC5-4A68-813C-1A32677ACBB1}" type="datetime1">
              <a:rPr lang="en-GB" smtClean="0"/>
              <a:t>29/01/2026</a:t>
            </a:fld>
            <a:endParaRPr lang="en-GB"/>
          </a:p>
        </p:txBody>
      </p:sp>
      <p:sp>
        <p:nvSpPr>
          <p:cNvPr id="5" name="Footer Placeholder 4">
            <a:extLst>
              <a:ext uri="{FF2B5EF4-FFF2-40B4-BE49-F238E27FC236}">
                <a16:creationId xmlns:a16="http://schemas.microsoft.com/office/drawing/2014/main" id="{C426139E-AA22-71C3-2734-F5EF6969985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A2CBEA-00A1-966A-DFAA-0244093D5F73}"/>
              </a:ext>
            </a:extLst>
          </p:cNvPr>
          <p:cNvSpPr>
            <a:spLocks noGrp="1"/>
          </p:cNvSpPr>
          <p:nvPr>
            <p:ph type="sldNum" sz="quarter" idx="12"/>
          </p:nvPr>
        </p:nvSpPr>
        <p:spPr/>
        <p:txBody>
          <a:bodyPr/>
          <a:lstStyle/>
          <a:p>
            <a:fld id="{F74D7E6C-9B20-4593-B18C-8D2C7BEEFCA2}" type="slidenum">
              <a:rPr lang="en-GB" smtClean="0"/>
              <a:t>‹#›</a:t>
            </a:fld>
            <a:endParaRPr lang="en-GB"/>
          </a:p>
        </p:txBody>
      </p:sp>
      <p:pic>
        <p:nvPicPr>
          <p:cNvPr id="9" name="Picture 8" descr="A picture containing text, clipart&#10;&#10;Description automatically generated">
            <a:extLst>
              <a:ext uri="{FF2B5EF4-FFF2-40B4-BE49-F238E27FC236}">
                <a16:creationId xmlns:a16="http://schemas.microsoft.com/office/drawing/2014/main" id="{0F7EA940-09F5-1D44-3597-A981F297F2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pic>
        <p:nvPicPr>
          <p:cNvPr id="7" name="Graphic 6">
            <a:extLst>
              <a:ext uri="{FF2B5EF4-FFF2-40B4-BE49-F238E27FC236}">
                <a16:creationId xmlns:a16="http://schemas.microsoft.com/office/drawing/2014/main" id="{D2564668-2BB7-0C12-5FC9-C2981688118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18014" y="1066304"/>
            <a:ext cx="9373985" cy="5791696"/>
          </a:xfrm>
          <a:prstGeom prst="rect">
            <a:avLst/>
          </a:prstGeom>
        </p:spPr>
      </p:pic>
      <p:pic>
        <p:nvPicPr>
          <p:cNvPr id="10" name="Picture 9" descr="A picture containing text, clipart&#10;&#10;Description automatically generated">
            <a:extLst>
              <a:ext uri="{FF2B5EF4-FFF2-40B4-BE49-F238E27FC236}">
                <a16:creationId xmlns:a16="http://schemas.microsoft.com/office/drawing/2014/main" id="{C494329D-33F7-6904-8F0D-2C34199FF1A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201873" y="175672"/>
            <a:ext cx="2588870" cy="651955"/>
          </a:xfrm>
          <a:prstGeom prst="rect">
            <a:avLst/>
          </a:prstGeom>
        </p:spPr>
      </p:pic>
    </p:spTree>
    <p:extLst>
      <p:ext uri="{BB962C8B-B14F-4D97-AF65-F5344CB8AC3E}">
        <p14:creationId xmlns:p14="http://schemas.microsoft.com/office/powerpoint/2010/main" val="38725584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FBB1-7F05-2482-17B9-5D3E102C1FE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E2EF955-C4D8-A54D-1D25-AE09A0427743}"/>
              </a:ext>
            </a:extLst>
          </p:cNvPr>
          <p:cNvSpPr>
            <a:spLocks noGrp="1"/>
          </p:cNvSpPr>
          <p:nvPr>
            <p:ph idx="1"/>
          </p:nvPr>
        </p:nvSpPr>
        <p:spPr>
          <a:xfrm>
            <a:off x="323850" y="1485900"/>
            <a:ext cx="11245849" cy="4870450"/>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7F252D8-7B67-9F9D-C968-BD34EBFF937F}"/>
              </a:ext>
            </a:extLst>
          </p:cNvPr>
          <p:cNvSpPr>
            <a:spLocks noGrp="1"/>
          </p:cNvSpPr>
          <p:nvPr>
            <p:ph type="dt" sz="half" idx="10"/>
          </p:nvPr>
        </p:nvSpPr>
        <p:spPr/>
        <p:txBody>
          <a:bodyPr/>
          <a:lstStyle/>
          <a:p>
            <a:fld id="{F4B35BB2-7947-4140-A8C3-116BED4CA5DC}" type="datetime1">
              <a:rPr lang="en-GB" smtClean="0"/>
              <a:t>29/01/2026</a:t>
            </a:fld>
            <a:endParaRPr lang="en-GB"/>
          </a:p>
        </p:txBody>
      </p:sp>
      <p:sp>
        <p:nvSpPr>
          <p:cNvPr id="5" name="Footer Placeholder 4">
            <a:extLst>
              <a:ext uri="{FF2B5EF4-FFF2-40B4-BE49-F238E27FC236}">
                <a16:creationId xmlns:a16="http://schemas.microsoft.com/office/drawing/2014/main" id="{E3EE2C8E-6575-FEAA-A330-38F42C45DB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736D39-3A2B-30A0-A76E-75640514FBB4}"/>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2199140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41645-4744-B7A7-A724-65CDD8AFF72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AFA32CB-5DE0-ED19-9E94-007536C36079}"/>
              </a:ext>
            </a:extLst>
          </p:cNvPr>
          <p:cNvSpPr>
            <a:spLocks noGrp="1"/>
          </p:cNvSpPr>
          <p:nvPr>
            <p:ph sz="half" idx="1"/>
          </p:nvPr>
        </p:nvSpPr>
        <p:spPr>
          <a:xfrm>
            <a:off x="323851" y="1493042"/>
            <a:ext cx="558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35558A9-9BCC-9715-1659-EFA886362E40}"/>
              </a:ext>
            </a:extLst>
          </p:cNvPr>
          <p:cNvSpPr>
            <a:spLocks noGrp="1"/>
          </p:cNvSpPr>
          <p:nvPr>
            <p:ph sz="half" idx="2"/>
          </p:nvPr>
        </p:nvSpPr>
        <p:spPr>
          <a:xfrm>
            <a:off x="6217332" y="1484416"/>
            <a:ext cx="5580000" cy="468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719A91C-1FDD-8536-143B-E0D0902CF552}"/>
              </a:ext>
            </a:extLst>
          </p:cNvPr>
          <p:cNvSpPr>
            <a:spLocks noGrp="1"/>
          </p:cNvSpPr>
          <p:nvPr>
            <p:ph type="dt" sz="half" idx="10"/>
          </p:nvPr>
        </p:nvSpPr>
        <p:spPr/>
        <p:txBody>
          <a:bodyPr/>
          <a:lstStyle/>
          <a:p>
            <a:fld id="{F20EA3DD-29FE-42D3-9E6E-DACE172DFB13}" type="datetime1">
              <a:rPr lang="en-GB" smtClean="0"/>
              <a:t>29/01/2026</a:t>
            </a:fld>
            <a:endParaRPr lang="en-GB"/>
          </a:p>
        </p:txBody>
      </p:sp>
      <p:sp>
        <p:nvSpPr>
          <p:cNvPr id="6" name="Footer Placeholder 5">
            <a:extLst>
              <a:ext uri="{FF2B5EF4-FFF2-40B4-BE49-F238E27FC236}">
                <a16:creationId xmlns:a16="http://schemas.microsoft.com/office/drawing/2014/main" id="{78A6CB84-3318-234A-0CFC-46573FF4260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F1C9F1-7BC5-342F-753E-4925A5D922E6}"/>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1045113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41645-4744-B7A7-A724-65CDD8AFF72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AFA32CB-5DE0-ED19-9E94-007536C36079}"/>
              </a:ext>
            </a:extLst>
          </p:cNvPr>
          <p:cNvSpPr>
            <a:spLocks noGrp="1"/>
          </p:cNvSpPr>
          <p:nvPr>
            <p:ph sz="half" idx="1"/>
          </p:nvPr>
        </p:nvSpPr>
        <p:spPr>
          <a:xfrm>
            <a:off x="323851" y="1493042"/>
            <a:ext cx="3600000" cy="48633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35558A9-9BCC-9715-1659-EFA886362E40}"/>
              </a:ext>
            </a:extLst>
          </p:cNvPr>
          <p:cNvSpPr>
            <a:spLocks noGrp="1"/>
          </p:cNvSpPr>
          <p:nvPr>
            <p:ph sz="half" idx="2"/>
          </p:nvPr>
        </p:nvSpPr>
        <p:spPr>
          <a:xfrm>
            <a:off x="4325575" y="1493042"/>
            <a:ext cx="3600000" cy="48633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719A91C-1FDD-8536-143B-E0D0902CF552}"/>
              </a:ext>
            </a:extLst>
          </p:cNvPr>
          <p:cNvSpPr>
            <a:spLocks noGrp="1"/>
          </p:cNvSpPr>
          <p:nvPr>
            <p:ph type="dt" sz="half" idx="10"/>
          </p:nvPr>
        </p:nvSpPr>
        <p:spPr/>
        <p:txBody>
          <a:bodyPr/>
          <a:lstStyle/>
          <a:p>
            <a:fld id="{F20EA3DD-29FE-42D3-9E6E-DACE172DFB13}" type="datetime1">
              <a:rPr lang="en-GB" smtClean="0"/>
              <a:t>29/01/2026</a:t>
            </a:fld>
            <a:endParaRPr lang="en-GB"/>
          </a:p>
        </p:txBody>
      </p:sp>
      <p:sp>
        <p:nvSpPr>
          <p:cNvPr id="6" name="Footer Placeholder 5">
            <a:extLst>
              <a:ext uri="{FF2B5EF4-FFF2-40B4-BE49-F238E27FC236}">
                <a16:creationId xmlns:a16="http://schemas.microsoft.com/office/drawing/2014/main" id="{78A6CB84-3318-234A-0CFC-46573FF4260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F1C9F1-7BC5-342F-753E-4925A5D922E6}"/>
              </a:ext>
            </a:extLst>
          </p:cNvPr>
          <p:cNvSpPr>
            <a:spLocks noGrp="1"/>
          </p:cNvSpPr>
          <p:nvPr>
            <p:ph type="sldNum" sz="quarter" idx="12"/>
          </p:nvPr>
        </p:nvSpPr>
        <p:spPr/>
        <p:txBody>
          <a:bodyPr/>
          <a:lstStyle/>
          <a:p>
            <a:fld id="{F74D7E6C-9B20-4593-B18C-8D2C7BEEFCA2}" type="slidenum">
              <a:rPr lang="en-GB" smtClean="0"/>
              <a:t>‹#›</a:t>
            </a:fld>
            <a:endParaRPr lang="en-GB"/>
          </a:p>
        </p:txBody>
      </p:sp>
      <p:sp>
        <p:nvSpPr>
          <p:cNvPr id="8" name="Content Placeholder 3">
            <a:extLst>
              <a:ext uri="{FF2B5EF4-FFF2-40B4-BE49-F238E27FC236}">
                <a16:creationId xmlns:a16="http://schemas.microsoft.com/office/drawing/2014/main" id="{FD68426C-E7FD-DA9F-F756-11A81499FAD6}"/>
              </a:ext>
            </a:extLst>
          </p:cNvPr>
          <p:cNvSpPr>
            <a:spLocks noGrp="1"/>
          </p:cNvSpPr>
          <p:nvPr>
            <p:ph sz="half" idx="13"/>
          </p:nvPr>
        </p:nvSpPr>
        <p:spPr>
          <a:xfrm>
            <a:off x="8270149" y="1493042"/>
            <a:ext cx="3600000" cy="48633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48258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ingle Question">
    <p:bg>
      <p:bgPr>
        <a:solidFill>
          <a:schemeClr val="bg2">
            <a:lumMod val="25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87948E-B686-3229-0457-44EFE74620B4}"/>
              </a:ext>
            </a:extLst>
          </p:cNvPr>
          <p:cNvSpPr>
            <a:spLocks noGrp="1"/>
          </p:cNvSpPr>
          <p:nvPr>
            <p:ph type="dt" sz="half" idx="10"/>
          </p:nvPr>
        </p:nvSpPr>
        <p:spPr/>
        <p:txBody>
          <a:bodyPr/>
          <a:lstStyle/>
          <a:p>
            <a:fld id="{A9C96DCA-F21B-4262-AF7D-C0A9AA51A343}" type="datetime1">
              <a:rPr lang="en-GB" smtClean="0"/>
              <a:t>29/01/2026</a:t>
            </a:fld>
            <a:endParaRPr lang="en-GB"/>
          </a:p>
        </p:txBody>
      </p:sp>
      <p:sp>
        <p:nvSpPr>
          <p:cNvPr id="3" name="Footer Placeholder 2">
            <a:extLst>
              <a:ext uri="{FF2B5EF4-FFF2-40B4-BE49-F238E27FC236}">
                <a16:creationId xmlns:a16="http://schemas.microsoft.com/office/drawing/2014/main" id="{1CD204DE-59A9-EB73-9091-37A1FE91181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35015B5-13A4-9E6F-092C-64F8E1507024}"/>
              </a:ext>
            </a:extLst>
          </p:cNvPr>
          <p:cNvSpPr>
            <a:spLocks noGrp="1"/>
          </p:cNvSpPr>
          <p:nvPr>
            <p:ph type="sldNum" sz="quarter" idx="12"/>
          </p:nvPr>
        </p:nvSpPr>
        <p:spPr/>
        <p:txBody>
          <a:bodyPr/>
          <a:lstStyle/>
          <a:p>
            <a:fld id="{F74D7E6C-9B20-4593-B18C-8D2C7BEEFCA2}" type="slidenum">
              <a:rPr lang="en-GB" smtClean="0"/>
              <a:t>‹#›</a:t>
            </a:fld>
            <a:endParaRPr lang="en-GB"/>
          </a:p>
        </p:txBody>
      </p:sp>
      <p:pic>
        <p:nvPicPr>
          <p:cNvPr id="6" name="Graphic 5">
            <a:extLst>
              <a:ext uri="{FF2B5EF4-FFF2-40B4-BE49-F238E27FC236}">
                <a16:creationId xmlns:a16="http://schemas.microsoft.com/office/drawing/2014/main" id="{439BA84F-729C-82EC-2A58-1D3190AD2A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93077" y="1082625"/>
            <a:ext cx="6349721" cy="5775375"/>
          </a:xfrm>
          <a:prstGeom prst="rect">
            <a:avLst/>
          </a:prstGeom>
        </p:spPr>
      </p:pic>
      <p:sp>
        <p:nvSpPr>
          <p:cNvPr id="8" name="Text Placeholder 7">
            <a:extLst>
              <a:ext uri="{FF2B5EF4-FFF2-40B4-BE49-F238E27FC236}">
                <a16:creationId xmlns:a16="http://schemas.microsoft.com/office/drawing/2014/main" id="{7FCE627A-F761-44D6-BDC1-B77CF47DC02C}"/>
              </a:ext>
            </a:extLst>
          </p:cNvPr>
          <p:cNvSpPr>
            <a:spLocks noGrp="1"/>
          </p:cNvSpPr>
          <p:nvPr>
            <p:ph type="body" sz="quarter" idx="13" hasCustomPrompt="1"/>
          </p:nvPr>
        </p:nvSpPr>
        <p:spPr>
          <a:xfrm>
            <a:off x="667260" y="1280160"/>
            <a:ext cx="10857479" cy="1762298"/>
          </a:xfrm>
        </p:spPr>
        <p:txBody>
          <a:bodyPr>
            <a:normAutofit/>
          </a:bodyPr>
          <a:lstStyle>
            <a:lvl1pPr marL="0" indent="0" algn="l">
              <a:buNone/>
              <a:defRPr sz="6600" b="1"/>
            </a:lvl1pPr>
          </a:lstStyle>
          <a:p>
            <a:pPr lvl="0"/>
            <a:r>
              <a:rPr lang="en-GB"/>
              <a:t>Insert your question here</a:t>
            </a:r>
          </a:p>
        </p:txBody>
      </p:sp>
      <p:sp>
        <p:nvSpPr>
          <p:cNvPr id="10" name="Text Placeholder 9">
            <a:extLst>
              <a:ext uri="{FF2B5EF4-FFF2-40B4-BE49-F238E27FC236}">
                <a16:creationId xmlns:a16="http://schemas.microsoft.com/office/drawing/2014/main" id="{2E40453F-B3F6-3134-F92A-D18CCA53BE29}"/>
              </a:ext>
            </a:extLst>
          </p:cNvPr>
          <p:cNvSpPr>
            <a:spLocks noGrp="1"/>
          </p:cNvSpPr>
          <p:nvPr>
            <p:ph type="body" sz="quarter" idx="14" hasCustomPrompt="1"/>
          </p:nvPr>
        </p:nvSpPr>
        <p:spPr>
          <a:xfrm>
            <a:off x="661988" y="3406775"/>
            <a:ext cx="9388138" cy="1834825"/>
          </a:xfrm>
        </p:spPr>
        <p:txBody>
          <a:bodyPr>
            <a:normAutofit/>
          </a:bodyPr>
          <a:lstStyle>
            <a:lvl1pPr marL="0" indent="0" algn="l">
              <a:buNone/>
              <a:defRPr sz="4000"/>
            </a:lvl1pPr>
          </a:lstStyle>
          <a:p>
            <a:pPr lvl="0"/>
            <a:r>
              <a:rPr lang="en-GB"/>
              <a:t>Insert (optional) answer here</a:t>
            </a:r>
          </a:p>
        </p:txBody>
      </p:sp>
      <p:sp>
        <p:nvSpPr>
          <p:cNvPr id="11" name="Rectangle 10">
            <a:extLst>
              <a:ext uri="{FF2B5EF4-FFF2-40B4-BE49-F238E27FC236}">
                <a16:creationId xmlns:a16="http://schemas.microsoft.com/office/drawing/2014/main" id="{0D109AA8-7BF1-F6F9-1EAD-F1E71B99A970}"/>
              </a:ext>
            </a:extLst>
          </p:cNvPr>
          <p:cNvSpPr/>
          <p:nvPr/>
        </p:nvSpPr>
        <p:spPr>
          <a:xfrm>
            <a:off x="667260" y="488475"/>
            <a:ext cx="3479940" cy="67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5400" b="1">
                <a:solidFill>
                  <a:schemeClr val="accent1"/>
                </a:solidFill>
              </a:rPr>
              <a:t>Question:</a:t>
            </a:r>
          </a:p>
        </p:txBody>
      </p:sp>
      <p:pic>
        <p:nvPicPr>
          <p:cNvPr id="5" name="Graphic 4">
            <a:extLst>
              <a:ext uri="{FF2B5EF4-FFF2-40B4-BE49-F238E27FC236}">
                <a16:creationId xmlns:a16="http://schemas.microsoft.com/office/drawing/2014/main" id="{7D358821-B7C8-E1A4-CBD0-28E313CEE14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19731" y="6264067"/>
            <a:ext cx="672269" cy="593932"/>
          </a:xfrm>
          <a:prstGeom prst="rect">
            <a:avLst/>
          </a:prstGeom>
        </p:spPr>
      </p:pic>
      <p:pic>
        <p:nvPicPr>
          <p:cNvPr id="7" name="Graphic 6">
            <a:extLst>
              <a:ext uri="{FF2B5EF4-FFF2-40B4-BE49-F238E27FC236}">
                <a16:creationId xmlns:a16="http://schemas.microsoft.com/office/drawing/2014/main" id="{8605F5D3-9E49-AAF0-A083-D9F506548D7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793077" y="1082625"/>
            <a:ext cx="6349721" cy="5775375"/>
          </a:xfrm>
          <a:prstGeom prst="rect">
            <a:avLst/>
          </a:prstGeom>
        </p:spPr>
      </p:pic>
      <p:sp>
        <p:nvSpPr>
          <p:cNvPr id="9" name="Rectangle 8">
            <a:extLst>
              <a:ext uri="{FF2B5EF4-FFF2-40B4-BE49-F238E27FC236}">
                <a16:creationId xmlns:a16="http://schemas.microsoft.com/office/drawing/2014/main" id="{D3E317F5-63E5-EB03-3994-8939746830F7}"/>
              </a:ext>
            </a:extLst>
          </p:cNvPr>
          <p:cNvSpPr/>
          <p:nvPr userDrawn="1"/>
        </p:nvSpPr>
        <p:spPr>
          <a:xfrm>
            <a:off x="667260" y="488475"/>
            <a:ext cx="3479940" cy="67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5400" b="1">
                <a:solidFill>
                  <a:schemeClr val="accent1"/>
                </a:solidFill>
              </a:rPr>
              <a:t>Question:</a:t>
            </a:r>
          </a:p>
        </p:txBody>
      </p:sp>
    </p:spTree>
    <p:extLst>
      <p:ext uri="{BB962C8B-B14F-4D97-AF65-F5344CB8AC3E}">
        <p14:creationId xmlns:p14="http://schemas.microsoft.com/office/powerpoint/2010/main" val="774423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 presetClass="entr" presetSubtype="0" fill="hold" nodeType="clickEffect">
                  <p:stCondLst>
                    <p:cond delay="0"/>
                  </p:stCondLst>
                  <p:childTnLst>
                    <p:set>
                      <p:cBhvr>
                        <p:cTn dur="1" fill="hold">
                          <p:stCondLst>
                            <p:cond delay="0"/>
                          </p:stCondLst>
                        </p:cTn>
                        <p:tgtEl>
                          <p:spTgt spid="10"/>
                        </p:tgtEl>
                        <p:attrNameLst>
                          <p:attrName>style.visibility</p:attrName>
                        </p:attrNameLst>
                      </p:cBhvr>
                      <p:to>
                        <p:strVal val="visible"/>
                      </p:to>
                    </p:se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Activity">
    <p:bg>
      <p:bgPr>
        <a:solidFill>
          <a:schemeClr val="bg2">
            <a:lumMod val="25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87948E-B686-3229-0457-44EFE74620B4}"/>
              </a:ext>
            </a:extLst>
          </p:cNvPr>
          <p:cNvSpPr>
            <a:spLocks noGrp="1"/>
          </p:cNvSpPr>
          <p:nvPr>
            <p:ph type="dt" sz="half" idx="10"/>
          </p:nvPr>
        </p:nvSpPr>
        <p:spPr/>
        <p:txBody>
          <a:bodyPr/>
          <a:lstStyle/>
          <a:p>
            <a:fld id="{1EFA4326-4895-44AC-9425-C7B5345226E8}" type="datetime1">
              <a:rPr lang="en-GB" smtClean="0"/>
              <a:t>29/01/2026</a:t>
            </a:fld>
            <a:endParaRPr lang="en-GB"/>
          </a:p>
        </p:txBody>
      </p:sp>
      <p:sp>
        <p:nvSpPr>
          <p:cNvPr id="3" name="Footer Placeholder 2">
            <a:extLst>
              <a:ext uri="{FF2B5EF4-FFF2-40B4-BE49-F238E27FC236}">
                <a16:creationId xmlns:a16="http://schemas.microsoft.com/office/drawing/2014/main" id="{1CD204DE-59A9-EB73-9091-37A1FE91181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35015B5-13A4-9E6F-092C-64F8E1507024}"/>
              </a:ext>
            </a:extLst>
          </p:cNvPr>
          <p:cNvSpPr>
            <a:spLocks noGrp="1"/>
          </p:cNvSpPr>
          <p:nvPr>
            <p:ph type="sldNum" sz="quarter" idx="12"/>
          </p:nvPr>
        </p:nvSpPr>
        <p:spPr/>
        <p:txBody>
          <a:bodyPr/>
          <a:lstStyle/>
          <a:p>
            <a:fld id="{F74D7E6C-9B20-4593-B18C-8D2C7BEEFCA2}" type="slidenum">
              <a:rPr lang="en-GB" smtClean="0"/>
              <a:t>‹#›</a:t>
            </a:fld>
            <a:endParaRPr lang="en-GB"/>
          </a:p>
        </p:txBody>
      </p:sp>
      <p:sp>
        <p:nvSpPr>
          <p:cNvPr id="8" name="Text Placeholder 7">
            <a:extLst>
              <a:ext uri="{FF2B5EF4-FFF2-40B4-BE49-F238E27FC236}">
                <a16:creationId xmlns:a16="http://schemas.microsoft.com/office/drawing/2014/main" id="{7FCE627A-F761-44D6-BDC1-B77CF47DC02C}"/>
              </a:ext>
            </a:extLst>
          </p:cNvPr>
          <p:cNvSpPr>
            <a:spLocks noGrp="1"/>
          </p:cNvSpPr>
          <p:nvPr>
            <p:ph type="body" sz="quarter" idx="13" hasCustomPrompt="1"/>
          </p:nvPr>
        </p:nvSpPr>
        <p:spPr>
          <a:xfrm>
            <a:off x="667261" y="1284900"/>
            <a:ext cx="9276979" cy="4849500"/>
          </a:xfrm>
        </p:spPr>
        <p:txBody>
          <a:bodyPr>
            <a:normAutofit/>
          </a:bodyPr>
          <a:lstStyle>
            <a:lvl1pPr marL="0" indent="0" algn="l">
              <a:buNone/>
              <a:defRPr sz="4800" b="0"/>
            </a:lvl1pPr>
          </a:lstStyle>
          <a:p>
            <a:pPr lvl="0"/>
            <a:r>
              <a:rPr lang="en-GB"/>
              <a:t>Insert your activity instructions here</a:t>
            </a:r>
          </a:p>
        </p:txBody>
      </p:sp>
      <p:sp>
        <p:nvSpPr>
          <p:cNvPr id="5" name="Rectangle 4">
            <a:extLst>
              <a:ext uri="{FF2B5EF4-FFF2-40B4-BE49-F238E27FC236}">
                <a16:creationId xmlns:a16="http://schemas.microsoft.com/office/drawing/2014/main" id="{5B5B87D8-E650-A843-E391-E5770D5B560C}"/>
              </a:ext>
            </a:extLst>
          </p:cNvPr>
          <p:cNvSpPr/>
          <p:nvPr/>
        </p:nvSpPr>
        <p:spPr>
          <a:xfrm>
            <a:off x="667260" y="488475"/>
            <a:ext cx="3479940" cy="67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5400" b="1">
                <a:solidFill>
                  <a:schemeClr val="accent1"/>
                </a:solidFill>
              </a:rPr>
              <a:t>Activity:</a:t>
            </a:r>
          </a:p>
        </p:txBody>
      </p:sp>
      <p:pic>
        <p:nvPicPr>
          <p:cNvPr id="9" name="Graphic 8">
            <a:extLst>
              <a:ext uri="{FF2B5EF4-FFF2-40B4-BE49-F238E27FC236}">
                <a16:creationId xmlns:a16="http://schemas.microsoft.com/office/drawing/2014/main" id="{68CD7ADB-FB1F-D5B1-69C5-9EC9CFD6FA0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72156" y="488475"/>
            <a:ext cx="5711780" cy="6369525"/>
          </a:xfrm>
          <a:prstGeom prst="rect">
            <a:avLst/>
          </a:prstGeom>
        </p:spPr>
      </p:pic>
      <p:pic>
        <p:nvPicPr>
          <p:cNvPr id="6" name="Graphic 5">
            <a:extLst>
              <a:ext uri="{FF2B5EF4-FFF2-40B4-BE49-F238E27FC236}">
                <a16:creationId xmlns:a16="http://schemas.microsoft.com/office/drawing/2014/main" id="{1DC9C921-7D55-5C0A-2C89-26878770481C}"/>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19731" y="6264067"/>
            <a:ext cx="672269" cy="593932"/>
          </a:xfrm>
          <a:prstGeom prst="rect">
            <a:avLst/>
          </a:prstGeom>
        </p:spPr>
      </p:pic>
      <p:sp>
        <p:nvSpPr>
          <p:cNvPr id="7" name="Rectangle 6">
            <a:extLst>
              <a:ext uri="{FF2B5EF4-FFF2-40B4-BE49-F238E27FC236}">
                <a16:creationId xmlns:a16="http://schemas.microsoft.com/office/drawing/2014/main" id="{4CB56C7A-4924-1DBB-823A-82476D2C9547}"/>
              </a:ext>
            </a:extLst>
          </p:cNvPr>
          <p:cNvSpPr/>
          <p:nvPr userDrawn="1"/>
        </p:nvSpPr>
        <p:spPr>
          <a:xfrm>
            <a:off x="667260" y="488475"/>
            <a:ext cx="3479940" cy="67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GB" sz="5400" b="1">
                <a:solidFill>
                  <a:schemeClr val="accent1"/>
                </a:solidFill>
              </a:rPr>
              <a:t>Activity:</a:t>
            </a:r>
          </a:p>
        </p:txBody>
      </p:sp>
      <p:pic>
        <p:nvPicPr>
          <p:cNvPr id="10" name="Graphic 9">
            <a:extLst>
              <a:ext uri="{FF2B5EF4-FFF2-40B4-BE49-F238E27FC236}">
                <a16:creationId xmlns:a16="http://schemas.microsoft.com/office/drawing/2014/main" id="{4B565EA6-97CE-6D11-AFD0-B7F4B9BDD672}"/>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372156" y="488475"/>
            <a:ext cx="5711780" cy="6369525"/>
          </a:xfrm>
          <a:prstGeom prst="rect">
            <a:avLst/>
          </a:prstGeom>
        </p:spPr>
      </p:pic>
    </p:spTree>
    <p:extLst>
      <p:ext uri="{BB962C8B-B14F-4D97-AF65-F5344CB8AC3E}">
        <p14:creationId xmlns:p14="http://schemas.microsoft.com/office/powerpoint/2010/main" val="1408723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B4C25-5530-ED44-E2F8-57CE545C3E7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B0E5722-1DA3-6763-C076-255D4B78BB8E}"/>
              </a:ext>
            </a:extLst>
          </p:cNvPr>
          <p:cNvSpPr>
            <a:spLocks noGrp="1"/>
          </p:cNvSpPr>
          <p:nvPr>
            <p:ph type="dt" sz="half" idx="10"/>
          </p:nvPr>
        </p:nvSpPr>
        <p:spPr/>
        <p:txBody>
          <a:bodyPr/>
          <a:lstStyle/>
          <a:p>
            <a:fld id="{9313FAF7-3174-4F0E-A596-9B9474D3F723}" type="datetime1">
              <a:rPr lang="en-GB" smtClean="0"/>
              <a:t>29/01/2026</a:t>
            </a:fld>
            <a:endParaRPr lang="en-GB"/>
          </a:p>
        </p:txBody>
      </p:sp>
      <p:sp>
        <p:nvSpPr>
          <p:cNvPr id="4" name="Footer Placeholder 3">
            <a:extLst>
              <a:ext uri="{FF2B5EF4-FFF2-40B4-BE49-F238E27FC236}">
                <a16:creationId xmlns:a16="http://schemas.microsoft.com/office/drawing/2014/main" id="{6E4630BB-9338-5B3C-4554-C11FC9ED3BD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BFC6DC6-CE32-5480-1402-1C7237D14754}"/>
              </a:ext>
            </a:extLst>
          </p:cNvPr>
          <p:cNvSpPr>
            <a:spLocks noGrp="1"/>
          </p:cNvSpPr>
          <p:nvPr>
            <p:ph type="sldNum" sz="quarter" idx="12"/>
          </p:nvPr>
        </p:nvSpPr>
        <p:spPr/>
        <p:txBody>
          <a:bodyPr/>
          <a:lstStyle/>
          <a:p>
            <a:fld id="{F74D7E6C-9B20-4593-B18C-8D2C7BEEFCA2}" type="slidenum">
              <a:rPr lang="en-GB" smtClean="0"/>
              <a:t>‹#›</a:t>
            </a:fld>
            <a:endParaRPr lang="en-GB"/>
          </a:p>
        </p:txBody>
      </p:sp>
    </p:spTree>
    <p:extLst>
      <p:ext uri="{BB962C8B-B14F-4D97-AF65-F5344CB8AC3E}">
        <p14:creationId xmlns:p14="http://schemas.microsoft.com/office/powerpoint/2010/main" val="35888944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87948E-B686-3229-0457-44EFE74620B4}"/>
              </a:ext>
            </a:extLst>
          </p:cNvPr>
          <p:cNvSpPr>
            <a:spLocks noGrp="1"/>
          </p:cNvSpPr>
          <p:nvPr>
            <p:ph type="dt" sz="half" idx="10"/>
          </p:nvPr>
        </p:nvSpPr>
        <p:spPr/>
        <p:txBody>
          <a:bodyPr/>
          <a:lstStyle/>
          <a:p>
            <a:fld id="{A24F3CBB-A976-4321-AB25-FE2E1A6F9EA4}" type="datetime1">
              <a:rPr lang="en-GB" smtClean="0"/>
              <a:t>29/01/2026</a:t>
            </a:fld>
            <a:endParaRPr lang="en-GB"/>
          </a:p>
        </p:txBody>
      </p:sp>
      <p:sp>
        <p:nvSpPr>
          <p:cNvPr id="3" name="Footer Placeholder 2">
            <a:extLst>
              <a:ext uri="{FF2B5EF4-FFF2-40B4-BE49-F238E27FC236}">
                <a16:creationId xmlns:a16="http://schemas.microsoft.com/office/drawing/2014/main" id="{1CD204DE-59A9-EB73-9091-37A1FE91181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35015B5-13A4-9E6F-092C-64F8E1507024}"/>
              </a:ext>
            </a:extLst>
          </p:cNvPr>
          <p:cNvSpPr>
            <a:spLocks noGrp="1"/>
          </p:cNvSpPr>
          <p:nvPr>
            <p:ph type="sldNum" sz="quarter" idx="12"/>
          </p:nvPr>
        </p:nvSpPr>
        <p:spPr/>
        <p:txBody>
          <a:bodyPr/>
          <a:lstStyle/>
          <a:p>
            <a:fld id="{F74D7E6C-9B20-4593-B18C-8D2C7BEEFCA2}" type="slidenum">
              <a:rPr lang="en-GB" smtClean="0"/>
              <a:t>‹#›</a:t>
            </a:fld>
            <a:endParaRPr lang="en-GB"/>
          </a:p>
        </p:txBody>
      </p:sp>
      <p:pic>
        <p:nvPicPr>
          <p:cNvPr id="5" name="Graphic 4">
            <a:extLst>
              <a:ext uri="{FF2B5EF4-FFF2-40B4-BE49-F238E27FC236}">
                <a16:creationId xmlns:a16="http://schemas.microsoft.com/office/drawing/2014/main" id="{EDF2AD44-6ABF-8E9F-04B4-9365644ACF4E}"/>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19731" y="6264067"/>
            <a:ext cx="672269" cy="593932"/>
          </a:xfrm>
          <a:prstGeom prst="rect">
            <a:avLst/>
          </a:prstGeom>
        </p:spPr>
      </p:pic>
    </p:spTree>
    <p:extLst>
      <p:ext uri="{BB962C8B-B14F-4D97-AF65-F5344CB8AC3E}">
        <p14:creationId xmlns:p14="http://schemas.microsoft.com/office/powerpoint/2010/main" val="2556846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 Id="rId9" Type="http://schemas.openxmlformats.org/officeDocument/2006/relationships/image" Target="../media/image5.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image" Target="../media/image3.png"/><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image" Target="../media/image2.pn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image" Target="../media/image1.png"/><Relationship Id="rId5" Type="http://schemas.openxmlformats.org/officeDocument/2006/relationships/slideLayout" Target="../slideLayouts/slideLayout8.xml"/><Relationship Id="rId15" Type="http://schemas.openxmlformats.org/officeDocument/2006/relationships/image" Target="../media/image5.png"/><Relationship Id="rId10" Type="http://schemas.openxmlformats.org/officeDocument/2006/relationships/theme" Target="../theme/theme2.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A254F4-F4A4-BF0D-A62A-9D032055A082}"/>
              </a:ext>
            </a:extLst>
          </p:cNvPr>
          <p:cNvSpPr>
            <a:spLocks noGrp="1"/>
          </p:cNvSpPr>
          <p:nvPr>
            <p:ph type="title"/>
          </p:nvPr>
        </p:nvSpPr>
        <p:spPr>
          <a:xfrm>
            <a:off x="323851" y="136526"/>
            <a:ext cx="8286750" cy="920749"/>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982C9BE5-C9D4-CBDC-1B4D-032B1B106E15}"/>
              </a:ext>
            </a:extLst>
          </p:cNvPr>
          <p:cNvSpPr>
            <a:spLocks noGrp="1"/>
          </p:cNvSpPr>
          <p:nvPr>
            <p:ph type="body" idx="1"/>
          </p:nvPr>
        </p:nvSpPr>
        <p:spPr>
          <a:xfrm>
            <a:off x="323850" y="1485900"/>
            <a:ext cx="11563350" cy="487045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DBA8BFF3-79D1-4363-6C02-DE2704634D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29FFA8-3186-4C0E-9F77-F9BCEAB768E7}" type="datetime1">
              <a:rPr lang="en-GB" smtClean="0"/>
              <a:t>29/01/2026</a:t>
            </a:fld>
            <a:endParaRPr lang="en-GB"/>
          </a:p>
        </p:txBody>
      </p:sp>
      <p:sp>
        <p:nvSpPr>
          <p:cNvPr id="5" name="Footer Placeholder 4">
            <a:extLst>
              <a:ext uri="{FF2B5EF4-FFF2-40B4-BE49-F238E27FC236}">
                <a16:creationId xmlns:a16="http://schemas.microsoft.com/office/drawing/2014/main" id="{2C4A972A-FDC7-9B8E-6021-E29884C413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6C8F1D4-537A-8EF6-A731-4CC89C9E3234}"/>
              </a:ext>
            </a:extLst>
          </p:cNvPr>
          <p:cNvSpPr>
            <a:spLocks noGrp="1"/>
          </p:cNvSpPr>
          <p:nvPr>
            <p:ph type="sldNum" sz="quarter" idx="4"/>
          </p:nvPr>
        </p:nvSpPr>
        <p:spPr>
          <a:xfrm>
            <a:off x="11662517" y="6378470"/>
            <a:ext cx="449366"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fld id="{F74D7E6C-9B20-4593-B18C-8D2C7BEEFCA2}" type="slidenum">
              <a:rPr lang="en-GB" smtClean="0"/>
              <a:pPr/>
              <a:t>‹#›</a:t>
            </a:fld>
            <a:endParaRPr lang="en-GB" dirty="0"/>
          </a:p>
        </p:txBody>
      </p:sp>
      <p:pic>
        <p:nvPicPr>
          <p:cNvPr id="10" name="Picture 9" descr="Shape&#10;&#10;Description automatically generated with medium confidence">
            <a:extLst>
              <a:ext uri="{FF2B5EF4-FFF2-40B4-BE49-F238E27FC236}">
                <a16:creationId xmlns:a16="http://schemas.microsoft.com/office/drawing/2014/main" id="{B60792E6-5506-7DB5-3F4B-BC188EC0472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96675" y="190701"/>
            <a:ext cx="2580700" cy="649898"/>
          </a:xfrm>
          <a:prstGeom prst="rect">
            <a:avLst/>
          </a:prstGeom>
        </p:spPr>
      </p:pic>
      <p:pic>
        <p:nvPicPr>
          <p:cNvPr id="12" name="Picture 11">
            <a:extLst>
              <a:ext uri="{FF2B5EF4-FFF2-40B4-BE49-F238E27FC236}">
                <a16:creationId xmlns:a16="http://schemas.microsoft.com/office/drawing/2014/main" id="{77EAE286-FEED-E36D-73C8-4586403B72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25" y="894774"/>
            <a:ext cx="12192000" cy="438150"/>
          </a:xfrm>
          <a:prstGeom prst="rect">
            <a:avLst/>
          </a:prstGeom>
        </p:spPr>
      </p:pic>
      <p:pic>
        <p:nvPicPr>
          <p:cNvPr id="7" name="Graphic 6">
            <a:extLst>
              <a:ext uri="{FF2B5EF4-FFF2-40B4-BE49-F238E27FC236}">
                <a16:creationId xmlns:a16="http://schemas.microsoft.com/office/drawing/2014/main" id="{FB228458-2276-8AA6-57CC-003822148253}"/>
              </a:ext>
            </a:extLst>
          </p:cNvPr>
          <p:cNvPicPr>
            <a:picLocks noChangeAspect="1"/>
          </p:cNvPicPr>
          <p:nvPr userDrawn="1"/>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519731" y="6264067"/>
            <a:ext cx="672269" cy="593932"/>
          </a:xfrm>
          <a:prstGeom prst="rect">
            <a:avLst/>
          </a:prstGeom>
        </p:spPr>
      </p:pic>
      <p:pic>
        <p:nvPicPr>
          <p:cNvPr id="8" name="Picture 7">
            <a:extLst>
              <a:ext uri="{FF2B5EF4-FFF2-40B4-BE49-F238E27FC236}">
                <a16:creationId xmlns:a16="http://schemas.microsoft.com/office/drawing/2014/main" id="{14D652FA-A460-9E8F-B2DC-6ECC61DE8659}"/>
              </a:ext>
            </a:extLst>
          </p:cNvPr>
          <p:cNvPicPr>
            <a:picLocks noChangeAspect="1"/>
          </p:cNvPicPr>
          <p:nvPr userDrawn="1"/>
        </p:nvPicPr>
        <p:blipFill>
          <a:blip r:embed="rId9">
            <a:extLst>
              <a:ext uri="{28A0092B-C50C-407E-A947-70E740481C1C}">
                <a14:useLocalDpi xmlns:a14="http://schemas.microsoft.com/office/drawing/2010/main" val="0"/>
              </a:ext>
            </a:extLst>
          </a:blip>
          <a:srcRect/>
          <a:stretch/>
        </p:blipFill>
        <p:spPr>
          <a:xfrm>
            <a:off x="9196675" y="190701"/>
            <a:ext cx="2580699" cy="649898"/>
          </a:xfrm>
          <a:prstGeom prst="rect">
            <a:avLst/>
          </a:prstGeom>
        </p:spPr>
      </p:pic>
      <p:pic>
        <p:nvPicPr>
          <p:cNvPr id="9" name="Picture 8">
            <a:extLst>
              <a:ext uri="{FF2B5EF4-FFF2-40B4-BE49-F238E27FC236}">
                <a16:creationId xmlns:a16="http://schemas.microsoft.com/office/drawing/2014/main" id="{726B5D40-E3E5-B058-3C2B-E1AF3D40036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9525" y="894774"/>
            <a:ext cx="12192000" cy="438150"/>
          </a:xfrm>
          <a:prstGeom prst="rect">
            <a:avLst/>
          </a:prstGeom>
        </p:spPr>
      </p:pic>
    </p:spTree>
    <p:extLst>
      <p:ext uri="{BB962C8B-B14F-4D97-AF65-F5344CB8AC3E}">
        <p14:creationId xmlns:p14="http://schemas.microsoft.com/office/powerpoint/2010/main" val="1582313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hf hdr="0" ftr="0" dt="0"/>
  <p:txStyles>
    <p:titleStyle>
      <a:lvl1pPr algn="l" defTabSz="914400" rtl="0" eaLnBrk="1" latinLnBrk="0" hangingPunct="1">
        <a:lnSpc>
          <a:spcPct val="90000"/>
        </a:lnSpc>
        <a:spcBef>
          <a:spcPct val="0"/>
        </a:spcBef>
        <a:buNone/>
        <a:defRPr sz="440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6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2A254F4-F4A4-BF0D-A62A-9D032055A082}"/>
              </a:ext>
            </a:extLst>
          </p:cNvPr>
          <p:cNvSpPr>
            <a:spLocks noGrp="1"/>
          </p:cNvSpPr>
          <p:nvPr>
            <p:ph type="title"/>
          </p:nvPr>
        </p:nvSpPr>
        <p:spPr>
          <a:xfrm>
            <a:off x="323851" y="136526"/>
            <a:ext cx="8286750" cy="920749"/>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82C9BE5-C9D4-CBDC-1B4D-032B1B106E15}"/>
              </a:ext>
            </a:extLst>
          </p:cNvPr>
          <p:cNvSpPr>
            <a:spLocks noGrp="1"/>
          </p:cNvSpPr>
          <p:nvPr>
            <p:ph type="body" idx="1"/>
          </p:nvPr>
        </p:nvSpPr>
        <p:spPr>
          <a:xfrm>
            <a:off x="323851" y="1485900"/>
            <a:ext cx="11195880" cy="48704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BA8BFF3-79D1-4363-6C02-DE2704634D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29FFA8-3186-4C0E-9F77-F9BCEAB768E7}" type="datetime1">
              <a:rPr lang="en-GB" smtClean="0"/>
              <a:t>29/01/2026</a:t>
            </a:fld>
            <a:endParaRPr lang="en-GB"/>
          </a:p>
        </p:txBody>
      </p:sp>
      <p:sp>
        <p:nvSpPr>
          <p:cNvPr id="5" name="Footer Placeholder 4">
            <a:extLst>
              <a:ext uri="{FF2B5EF4-FFF2-40B4-BE49-F238E27FC236}">
                <a16:creationId xmlns:a16="http://schemas.microsoft.com/office/drawing/2014/main" id="{2C4A972A-FDC7-9B8E-6021-E29884C413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46C8F1D4-537A-8EF6-A731-4CC89C9E3234}"/>
              </a:ext>
            </a:extLst>
          </p:cNvPr>
          <p:cNvSpPr>
            <a:spLocks noGrp="1"/>
          </p:cNvSpPr>
          <p:nvPr>
            <p:ph type="sldNum" sz="quarter" idx="4"/>
          </p:nvPr>
        </p:nvSpPr>
        <p:spPr>
          <a:xfrm>
            <a:off x="11662517" y="6378470"/>
            <a:ext cx="449366"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fld id="{F74D7E6C-9B20-4593-B18C-8D2C7BEEFCA2}" type="slidenum">
              <a:rPr lang="en-GB" smtClean="0"/>
              <a:pPr/>
              <a:t>‹#›</a:t>
            </a:fld>
            <a:endParaRPr lang="en-GB"/>
          </a:p>
        </p:txBody>
      </p:sp>
      <p:pic>
        <p:nvPicPr>
          <p:cNvPr id="10" name="Picture 9" descr="Shape&#10;&#10;Description automatically generated with medium confidence">
            <a:extLst>
              <a:ext uri="{FF2B5EF4-FFF2-40B4-BE49-F238E27FC236}">
                <a16:creationId xmlns:a16="http://schemas.microsoft.com/office/drawing/2014/main" id="{B60792E6-5506-7DB5-3F4B-BC188EC0472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196675" y="190701"/>
            <a:ext cx="2580700" cy="649898"/>
          </a:xfrm>
          <a:prstGeom prst="rect">
            <a:avLst/>
          </a:prstGeom>
        </p:spPr>
      </p:pic>
      <p:pic>
        <p:nvPicPr>
          <p:cNvPr id="12" name="Picture 11">
            <a:extLst>
              <a:ext uri="{FF2B5EF4-FFF2-40B4-BE49-F238E27FC236}">
                <a16:creationId xmlns:a16="http://schemas.microsoft.com/office/drawing/2014/main" id="{77EAE286-FEED-E36D-73C8-4586403B72B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525" y="894774"/>
            <a:ext cx="12192000" cy="438150"/>
          </a:xfrm>
          <a:prstGeom prst="rect">
            <a:avLst/>
          </a:prstGeom>
        </p:spPr>
      </p:pic>
      <p:pic>
        <p:nvPicPr>
          <p:cNvPr id="7" name="Graphic 6">
            <a:extLst>
              <a:ext uri="{FF2B5EF4-FFF2-40B4-BE49-F238E27FC236}">
                <a16:creationId xmlns:a16="http://schemas.microsoft.com/office/drawing/2014/main" id="{FB228458-2276-8AA6-57CC-003822148253}"/>
              </a:ext>
            </a:extLst>
          </p:cNvPr>
          <p:cNvPicPr>
            <a:picLocks noChangeAspect="1"/>
          </p:cNvPicPr>
          <p:nvPr userDrawn="1"/>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519731" y="6264067"/>
            <a:ext cx="672269" cy="593932"/>
          </a:xfrm>
          <a:prstGeom prst="rect">
            <a:avLst/>
          </a:prstGeom>
        </p:spPr>
      </p:pic>
      <p:pic>
        <p:nvPicPr>
          <p:cNvPr id="8" name="Picture 7">
            <a:extLst>
              <a:ext uri="{FF2B5EF4-FFF2-40B4-BE49-F238E27FC236}">
                <a16:creationId xmlns:a16="http://schemas.microsoft.com/office/drawing/2014/main" id="{14D652FA-A460-9E8F-B2DC-6ECC61DE8659}"/>
              </a:ext>
            </a:extLst>
          </p:cNvPr>
          <p:cNvPicPr>
            <a:picLocks noChangeAspect="1"/>
          </p:cNvPicPr>
          <p:nvPr userDrawn="1"/>
        </p:nvPicPr>
        <p:blipFill>
          <a:blip r:embed="rId15">
            <a:extLst>
              <a:ext uri="{28A0092B-C50C-407E-A947-70E740481C1C}">
                <a14:useLocalDpi xmlns:a14="http://schemas.microsoft.com/office/drawing/2010/main" val="0"/>
              </a:ext>
            </a:extLst>
          </a:blip>
          <a:srcRect/>
          <a:stretch/>
        </p:blipFill>
        <p:spPr>
          <a:xfrm>
            <a:off x="9196675" y="190701"/>
            <a:ext cx="2580699" cy="649898"/>
          </a:xfrm>
          <a:prstGeom prst="rect">
            <a:avLst/>
          </a:prstGeom>
        </p:spPr>
      </p:pic>
      <p:pic>
        <p:nvPicPr>
          <p:cNvPr id="9" name="Picture 8">
            <a:extLst>
              <a:ext uri="{FF2B5EF4-FFF2-40B4-BE49-F238E27FC236}">
                <a16:creationId xmlns:a16="http://schemas.microsoft.com/office/drawing/2014/main" id="{726B5D40-E3E5-B058-3C2B-E1AF3D40036D}"/>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525" y="894774"/>
            <a:ext cx="12192000" cy="438150"/>
          </a:xfrm>
          <a:prstGeom prst="rect">
            <a:avLst/>
          </a:prstGeom>
        </p:spPr>
      </p:pic>
    </p:spTree>
    <p:extLst>
      <p:ext uri="{BB962C8B-B14F-4D97-AF65-F5344CB8AC3E}">
        <p14:creationId xmlns:p14="http://schemas.microsoft.com/office/powerpoint/2010/main" val="230195243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Lst>
  <p:hf hdr="0" ftr="0" dt="0"/>
  <p:txStyles>
    <p:titleStyle>
      <a:lvl1pPr algn="l" defTabSz="914400" rtl="0" eaLnBrk="1" latinLnBrk="0" hangingPunct="1">
        <a:lnSpc>
          <a:spcPct val="90000"/>
        </a:lnSpc>
        <a:spcBef>
          <a:spcPct val="0"/>
        </a:spcBef>
        <a:buNone/>
        <a:defRPr sz="4400" kern="1200">
          <a:solidFill>
            <a:schemeClr val="bg1">
              <a:lumMod val="95000"/>
            </a:schemeClr>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800" kern="1200">
          <a:solidFill>
            <a:schemeClr val="bg1">
              <a:lumMod val="95000"/>
            </a:schemeClr>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600" kern="1200">
          <a:solidFill>
            <a:schemeClr val="bg1">
              <a:lumMod val="95000"/>
            </a:schemeClr>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2400" kern="1200">
          <a:solidFill>
            <a:schemeClr val="bg1">
              <a:lumMod val="95000"/>
            </a:schemeClr>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2200" kern="1200">
          <a:solidFill>
            <a:schemeClr val="bg1">
              <a:lumMod val="95000"/>
            </a:schemeClr>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20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53F5C23-0802-A4D7-F60A-4E94EF132E29}"/>
              </a:ext>
            </a:extLst>
          </p:cNvPr>
          <p:cNvSpPr>
            <a:spLocks noGrp="1"/>
          </p:cNvSpPr>
          <p:nvPr>
            <p:ph type="ctrTitle"/>
          </p:nvPr>
        </p:nvSpPr>
        <p:spPr/>
        <p:txBody>
          <a:bodyPr/>
          <a:lstStyle/>
          <a:p>
            <a:r>
              <a:rPr lang="en-GB" noProof="0" dirty="0"/>
              <a:t>03.02</a:t>
            </a:r>
          </a:p>
        </p:txBody>
      </p:sp>
      <p:sp>
        <p:nvSpPr>
          <p:cNvPr id="6" name="Subtitle 5">
            <a:extLst>
              <a:ext uri="{FF2B5EF4-FFF2-40B4-BE49-F238E27FC236}">
                <a16:creationId xmlns:a16="http://schemas.microsoft.com/office/drawing/2014/main" id="{963C011E-EF7A-33EE-4DEB-142310BC5566}"/>
              </a:ext>
            </a:extLst>
          </p:cNvPr>
          <p:cNvSpPr>
            <a:spLocks noGrp="1"/>
          </p:cNvSpPr>
          <p:nvPr>
            <p:ph type="subTitle" idx="1"/>
          </p:nvPr>
        </p:nvSpPr>
        <p:spPr/>
        <p:txBody>
          <a:bodyPr/>
          <a:lstStyle/>
          <a:p>
            <a:pPr>
              <a:lnSpc>
                <a:spcPct val="100000"/>
              </a:lnSpc>
              <a:spcBef>
                <a:spcPts val="0"/>
              </a:spcBef>
            </a:pPr>
            <a:r>
              <a:rPr lang="en-GB" sz="4000" noProof="0" dirty="0">
                <a:ea typeface="Calibri"/>
                <a:cs typeface="Calibri"/>
              </a:rPr>
              <a:t>Linear Regression - Regularisation</a:t>
            </a:r>
          </a:p>
        </p:txBody>
      </p:sp>
      <p:sp>
        <p:nvSpPr>
          <p:cNvPr id="4" name="Slide Number Placeholder 3">
            <a:extLst>
              <a:ext uri="{FF2B5EF4-FFF2-40B4-BE49-F238E27FC236}">
                <a16:creationId xmlns:a16="http://schemas.microsoft.com/office/drawing/2014/main" id="{A830FFAD-ABF8-CAB2-A6D8-4A5513452E75}"/>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74D7E6C-9B20-4593-B18C-8D2C7BEEFCA2}" type="slidenum">
              <a:rPr kumimoji="0" lang="en-GB" sz="16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GB" sz="16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Placeholder 6">
            <a:extLst>
              <a:ext uri="{FF2B5EF4-FFF2-40B4-BE49-F238E27FC236}">
                <a16:creationId xmlns:a16="http://schemas.microsoft.com/office/drawing/2014/main" id="{8D969894-7E4F-1E02-1B28-1A8395FCD155}"/>
              </a:ext>
            </a:extLst>
          </p:cNvPr>
          <p:cNvSpPr>
            <a:spLocks noGrp="1"/>
          </p:cNvSpPr>
          <p:nvPr>
            <p:ph type="body" sz="quarter" idx="13"/>
          </p:nvPr>
        </p:nvSpPr>
        <p:spPr>
          <a:xfrm>
            <a:off x="1782502" y="3278656"/>
            <a:ext cx="7534878" cy="365125"/>
          </a:xfrm>
        </p:spPr>
        <p:txBody>
          <a:bodyPr/>
          <a:lstStyle/>
          <a:p>
            <a:r>
              <a:rPr lang="en-GB" noProof="0"/>
              <a:t>Level 7 Artificial Intelligence (AI) Data Specialist</a:t>
            </a:r>
          </a:p>
        </p:txBody>
      </p:sp>
      <p:sp>
        <p:nvSpPr>
          <p:cNvPr id="8" name="Text Placeholder 7">
            <a:extLst>
              <a:ext uri="{FF2B5EF4-FFF2-40B4-BE49-F238E27FC236}">
                <a16:creationId xmlns:a16="http://schemas.microsoft.com/office/drawing/2014/main" id="{F0F0DD37-8557-A45F-9A01-678A88E07C61}"/>
              </a:ext>
            </a:extLst>
          </p:cNvPr>
          <p:cNvSpPr>
            <a:spLocks noGrp="1"/>
          </p:cNvSpPr>
          <p:nvPr>
            <p:ph type="body" sz="quarter" idx="14"/>
          </p:nvPr>
        </p:nvSpPr>
        <p:spPr>
          <a:xfrm>
            <a:off x="1782502" y="3724387"/>
            <a:ext cx="7534878" cy="365125"/>
          </a:xfrm>
        </p:spPr>
        <p:txBody>
          <a:bodyPr/>
          <a:lstStyle/>
          <a:p>
            <a:r>
              <a:rPr lang="en-GB" sz="2000" noProof="0"/>
              <a:t>Python, Tools and Steps to Build AI Models</a:t>
            </a:r>
            <a:endParaRPr lang="en-GB" noProof="0"/>
          </a:p>
        </p:txBody>
      </p:sp>
      <p:sp>
        <p:nvSpPr>
          <p:cNvPr id="9" name="Text Placeholder 8">
            <a:extLst>
              <a:ext uri="{FF2B5EF4-FFF2-40B4-BE49-F238E27FC236}">
                <a16:creationId xmlns:a16="http://schemas.microsoft.com/office/drawing/2014/main" id="{266A776D-AF90-C5F9-7AB0-3EF3F9B3B19A}"/>
              </a:ext>
            </a:extLst>
          </p:cNvPr>
          <p:cNvSpPr>
            <a:spLocks noGrp="1"/>
          </p:cNvSpPr>
          <p:nvPr>
            <p:ph type="body" sz="quarter" idx="15"/>
          </p:nvPr>
        </p:nvSpPr>
        <p:spPr>
          <a:xfrm>
            <a:off x="1770927" y="4189662"/>
            <a:ext cx="7534878" cy="365125"/>
          </a:xfrm>
        </p:spPr>
        <p:txBody>
          <a:bodyPr/>
          <a:lstStyle/>
          <a:p>
            <a:r>
              <a:rPr lang="en-GB" dirty="0"/>
              <a:t>Georgina Thomas</a:t>
            </a:r>
            <a:endParaRPr lang="en-GB" noProof="0" dirty="0"/>
          </a:p>
        </p:txBody>
      </p:sp>
      <p:sp>
        <p:nvSpPr>
          <p:cNvPr id="10" name="Text Placeholder 9">
            <a:extLst>
              <a:ext uri="{FF2B5EF4-FFF2-40B4-BE49-F238E27FC236}">
                <a16:creationId xmlns:a16="http://schemas.microsoft.com/office/drawing/2014/main" id="{F00027BC-17BE-C7AA-3EF1-DD88E6017A37}"/>
              </a:ext>
            </a:extLst>
          </p:cNvPr>
          <p:cNvSpPr>
            <a:spLocks noGrp="1"/>
          </p:cNvSpPr>
          <p:nvPr>
            <p:ph type="body" sz="quarter" idx="17"/>
          </p:nvPr>
        </p:nvSpPr>
        <p:spPr>
          <a:xfrm>
            <a:off x="1782502" y="4647144"/>
            <a:ext cx="7534878" cy="365125"/>
          </a:xfrm>
        </p:spPr>
        <p:txBody>
          <a:bodyPr/>
          <a:lstStyle/>
          <a:p>
            <a:r>
              <a:rPr lang="en-GB" dirty="0" err="1"/>
              <a:t>g.thomas@learn-tech</a:t>
            </a:r>
            <a:r>
              <a:rPr lang="en-GB" noProof="0" dirty="0"/>
              <a:t>.com</a:t>
            </a:r>
          </a:p>
        </p:txBody>
      </p:sp>
    </p:spTree>
    <p:extLst>
      <p:ext uri="{BB962C8B-B14F-4D97-AF65-F5344CB8AC3E}">
        <p14:creationId xmlns:p14="http://schemas.microsoft.com/office/powerpoint/2010/main" val="1759904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A72FC-D4D9-8AE8-3C24-594209692F0D}"/>
              </a:ext>
            </a:extLst>
          </p:cNvPr>
          <p:cNvSpPr>
            <a:spLocks noGrp="1"/>
          </p:cNvSpPr>
          <p:nvPr>
            <p:ph type="title"/>
          </p:nvPr>
        </p:nvSpPr>
        <p:spPr/>
        <p:txBody>
          <a:bodyPr/>
          <a:lstStyle/>
          <a:p>
            <a:r>
              <a:rPr lang="en-GB" dirty="0"/>
              <a:t>Regularisations</a:t>
            </a:r>
          </a:p>
        </p:txBody>
      </p:sp>
      <p:sp>
        <p:nvSpPr>
          <p:cNvPr id="3" name="Text Placeholder 2">
            <a:extLst>
              <a:ext uri="{FF2B5EF4-FFF2-40B4-BE49-F238E27FC236}">
                <a16:creationId xmlns:a16="http://schemas.microsoft.com/office/drawing/2014/main" id="{3CD28076-5DB5-B9D9-6254-07DE7B5D684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CF6A9BB-0C99-C45F-E1DA-784E97BB5B57}"/>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74D7E6C-9B20-4593-B18C-8D2C7BEEFCA2}" type="slidenum">
              <a:rPr kumimoji="0" lang="en-GB" sz="16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GB" sz="16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10383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DAC34-BA79-F84D-B090-6F2683A701DC}"/>
              </a:ext>
            </a:extLst>
          </p:cNvPr>
          <p:cNvSpPr>
            <a:spLocks noGrp="1"/>
          </p:cNvSpPr>
          <p:nvPr>
            <p:ph type="title"/>
          </p:nvPr>
        </p:nvSpPr>
        <p:spPr/>
        <p:txBody>
          <a:bodyPr/>
          <a:lstStyle/>
          <a:p>
            <a:r>
              <a:rPr lang="en-GB" dirty="0"/>
              <a:t>Regularisations</a:t>
            </a:r>
          </a:p>
        </p:txBody>
      </p:sp>
      <p:sp>
        <p:nvSpPr>
          <p:cNvPr id="4" name="Slide Number Placeholder 3">
            <a:extLst>
              <a:ext uri="{FF2B5EF4-FFF2-40B4-BE49-F238E27FC236}">
                <a16:creationId xmlns:a16="http://schemas.microsoft.com/office/drawing/2014/main" id="{20981AE0-DFDC-809D-8EE7-B47C825FBC7C}"/>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74D7E6C-9B20-4593-B18C-8D2C7BEEFCA2}" type="slidenum">
              <a:rPr kumimoji="0" lang="en-GB" sz="16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GB" sz="16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AEC6407E-BE0F-774F-BEE0-0FF78DE90501}"/>
              </a:ext>
            </a:extLst>
          </p:cNvPr>
          <p:cNvSpPr txBox="1"/>
          <p:nvPr/>
        </p:nvSpPr>
        <p:spPr>
          <a:xfrm>
            <a:off x="186601" y="1419271"/>
            <a:ext cx="11263947" cy="39703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Linear Regression is the most basic method from the regression family, where the model is not penalised for its choice of weights at all. However, this means that during the training process, if the model considers a particular feature important, it will assign a large weight to that feature. This can sometimes cause overfitting in smaller datasets.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8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800" b="0" i="0" u="none" strike="noStrike" kern="1200" cap="none" spc="0" normalizeH="0" baseline="0" noProof="0" dirty="0">
                <a:ln>
                  <a:noFill/>
                </a:ln>
                <a:solidFill>
                  <a:srgbClr val="F9951E"/>
                </a:solidFill>
                <a:effectLst/>
                <a:uLnTx/>
                <a:uFillTx/>
                <a:latin typeface="Calibri" panose="020F0502020204030204"/>
                <a:ea typeface="+mn-ea"/>
                <a:cs typeface="+mn-cs"/>
              </a:rPr>
              <a:t>Lasso, Ridge, and </a:t>
            </a:r>
            <a:r>
              <a:rPr kumimoji="0" lang="en-GB" sz="2800" b="0" i="0" u="none" strike="noStrike" kern="1200" cap="none" spc="0" normalizeH="0" baseline="0" noProof="0" dirty="0" err="1">
                <a:ln>
                  <a:noFill/>
                </a:ln>
                <a:solidFill>
                  <a:srgbClr val="F9951E"/>
                </a:solidFill>
                <a:effectLst/>
                <a:uLnTx/>
                <a:uFillTx/>
                <a:latin typeface="Calibri" panose="020F0502020204030204"/>
                <a:ea typeface="+mn-ea"/>
                <a:cs typeface="+mn-cs"/>
              </a:rPr>
              <a:t>ElasticNet</a:t>
            </a:r>
            <a:r>
              <a:rPr kumimoji="0" lang="en-GB" sz="2800" b="0" i="0" u="none" strike="noStrike" kern="1200" cap="none" spc="0" normalizeH="0" baseline="0" noProof="0" dirty="0">
                <a:ln>
                  <a:noFill/>
                </a:ln>
                <a:solidFill>
                  <a:srgbClr val="F9951E"/>
                </a:solidFill>
                <a:effectLst/>
                <a:uLnTx/>
                <a:uFillTx/>
                <a:latin typeface="Calibri" panose="020F0502020204030204"/>
                <a:ea typeface="+mn-ea"/>
                <a:cs typeface="+mn-cs"/>
              </a:rPr>
              <a:t> </a:t>
            </a:r>
            <a:r>
              <a:rPr kumimoji="0" lang="en-GB" sz="28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are methods from the linear regression family that penalize the model for its weights. They reduce model complexity and prevent over-fitting.</a:t>
            </a:r>
          </a:p>
        </p:txBody>
      </p:sp>
    </p:spTree>
    <p:extLst>
      <p:ext uri="{BB962C8B-B14F-4D97-AF65-F5344CB8AC3E}">
        <p14:creationId xmlns:p14="http://schemas.microsoft.com/office/powerpoint/2010/main" val="2698006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DAC34-BA79-F84D-B090-6F2683A701DC}"/>
              </a:ext>
            </a:extLst>
          </p:cNvPr>
          <p:cNvSpPr>
            <a:spLocks noGrp="1"/>
          </p:cNvSpPr>
          <p:nvPr>
            <p:ph type="title"/>
          </p:nvPr>
        </p:nvSpPr>
        <p:spPr/>
        <p:txBody>
          <a:bodyPr/>
          <a:lstStyle/>
          <a:p>
            <a:r>
              <a:rPr lang="en-GB" dirty="0"/>
              <a:t>Ridge</a:t>
            </a:r>
          </a:p>
        </p:txBody>
      </p:sp>
      <p:sp>
        <p:nvSpPr>
          <p:cNvPr id="4" name="Slide Number Placeholder 3">
            <a:extLst>
              <a:ext uri="{FF2B5EF4-FFF2-40B4-BE49-F238E27FC236}">
                <a16:creationId xmlns:a16="http://schemas.microsoft.com/office/drawing/2014/main" id="{20981AE0-DFDC-809D-8EE7-B47C825FBC7C}"/>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74D7E6C-9B20-4593-B18C-8D2C7BEEFCA2}" type="slidenum">
              <a:rPr kumimoji="0" lang="en-GB" sz="16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GB" sz="16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30C2A5D4-5079-0AA6-44A0-2F86069DF781}"/>
              </a:ext>
            </a:extLst>
          </p:cNvPr>
          <p:cNvSpPr txBox="1"/>
          <p:nvPr/>
        </p:nvSpPr>
        <p:spPr>
          <a:xfrm>
            <a:off x="184054" y="1283609"/>
            <a:ext cx="11823890" cy="25545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In Ridge regression, the cost function is altered by adding a penalty equivalent to the square of the magnitude of the coefficients.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The penalty term lambda('alpha’ = 1.0(default) in Scikit Learn) regularises the coefficients such that if the coefficients take large values, the optimisation function is penalised.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The higher the lambda(alpha) is, the bigger the penalty term, and therefore, the magnitude of the coefficients is reduced.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Therefore, Ridge regression shrinks the coefficients, which helps reduce model complexity and mitigate multicollinearity.</a:t>
            </a:r>
          </a:p>
        </p:txBody>
      </p:sp>
      <p:pic>
        <p:nvPicPr>
          <p:cNvPr id="8" name="Picture 7" descr="A picture containing diagram&#10;&#10;Description automatically generated">
            <a:extLst>
              <a:ext uri="{FF2B5EF4-FFF2-40B4-BE49-F238E27FC236}">
                <a16:creationId xmlns:a16="http://schemas.microsoft.com/office/drawing/2014/main" id="{9B1A7A3A-1E3B-AD53-0220-F2B0B9B992A8}"/>
              </a:ext>
            </a:extLst>
          </p:cNvPr>
          <p:cNvPicPr>
            <a:picLocks noChangeAspect="1"/>
          </p:cNvPicPr>
          <p:nvPr/>
        </p:nvPicPr>
        <p:blipFill>
          <a:blip r:embed="rId2"/>
          <a:stretch>
            <a:fillRect/>
          </a:stretch>
        </p:blipFill>
        <p:spPr>
          <a:xfrm>
            <a:off x="1515718" y="3838154"/>
            <a:ext cx="9351494" cy="2960952"/>
          </a:xfrm>
          <a:prstGeom prst="rect">
            <a:avLst/>
          </a:prstGeom>
        </p:spPr>
      </p:pic>
    </p:spTree>
    <p:extLst>
      <p:ext uri="{BB962C8B-B14F-4D97-AF65-F5344CB8AC3E}">
        <p14:creationId xmlns:p14="http://schemas.microsoft.com/office/powerpoint/2010/main" val="4293840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DAC34-BA79-F84D-B090-6F2683A701DC}"/>
              </a:ext>
            </a:extLst>
          </p:cNvPr>
          <p:cNvSpPr>
            <a:spLocks noGrp="1"/>
          </p:cNvSpPr>
          <p:nvPr>
            <p:ph type="title"/>
          </p:nvPr>
        </p:nvSpPr>
        <p:spPr/>
        <p:txBody>
          <a:bodyPr/>
          <a:lstStyle/>
          <a:p>
            <a:r>
              <a:rPr lang="en-GB" dirty="0"/>
              <a:t>Lasso</a:t>
            </a:r>
          </a:p>
        </p:txBody>
      </p:sp>
      <p:sp>
        <p:nvSpPr>
          <p:cNvPr id="4" name="Slide Number Placeholder 3">
            <a:extLst>
              <a:ext uri="{FF2B5EF4-FFF2-40B4-BE49-F238E27FC236}">
                <a16:creationId xmlns:a16="http://schemas.microsoft.com/office/drawing/2014/main" id="{20981AE0-DFDC-809D-8EE7-B47C825FBC7C}"/>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74D7E6C-9B20-4593-B18C-8D2C7BEEFCA2}" type="slidenum">
              <a:rPr kumimoji="0" lang="en-GB" sz="16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6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E18B6D1-E2F7-1400-B8B4-5D6593240C53}"/>
              </a:ext>
            </a:extLst>
          </p:cNvPr>
          <p:cNvSpPr txBox="1"/>
          <p:nvPr/>
        </p:nvSpPr>
        <p:spPr>
          <a:xfrm>
            <a:off x="137406" y="1465785"/>
            <a:ext cx="11666138" cy="16312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Lasso is a modified linear regression method where the model is penalised for the sum of the absolute values of the weights.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The absolute value of weight tends to be reduced. </a:t>
            </a:r>
            <a:r>
              <a:rPr kumimoji="0" lang="en-GB" sz="2000" b="0" i="0" u="none" strike="noStrike" kern="1200" cap="none" spc="0" normalizeH="0" baseline="0" noProof="0" dirty="0">
                <a:ln>
                  <a:noFill/>
                </a:ln>
                <a:solidFill>
                  <a:srgbClr val="F9951E"/>
                </a:solidFill>
                <a:effectLst/>
                <a:uLnTx/>
                <a:uFillTx/>
                <a:latin typeface="Calibri" panose="020F0502020204030204"/>
                <a:ea typeface="+mn-ea"/>
                <a:cs typeface="+mn-cs"/>
              </a:rPr>
              <a:t>Some of them may be reduced to zeros.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So, the only difference between Ridge and Lasso is that instead of taking the square of the coefficients, magnitudes are taken into account.</a:t>
            </a:r>
          </a:p>
        </p:txBody>
      </p:sp>
      <p:pic>
        <p:nvPicPr>
          <p:cNvPr id="6" name="Picture 5" descr="Text&#10;&#10;Description automatically generated">
            <a:extLst>
              <a:ext uri="{FF2B5EF4-FFF2-40B4-BE49-F238E27FC236}">
                <a16:creationId xmlns:a16="http://schemas.microsoft.com/office/drawing/2014/main" id="{46BFAB21-E658-AB70-C672-81ABF451B892}"/>
              </a:ext>
            </a:extLst>
          </p:cNvPr>
          <p:cNvPicPr>
            <a:picLocks noChangeAspect="1"/>
          </p:cNvPicPr>
          <p:nvPr/>
        </p:nvPicPr>
        <p:blipFill>
          <a:blip r:embed="rId2"/>
          <a:stretch>
            <a:fillRect/>
          </a:stretch>
        </p:blipFill>
        <p:spPr>
          <a:xfrm>
            <a:off x="1548884" y="3668087"/>
            <a:ext cx="8678835" cy="2892945"/>
          </a:xfrm>
          <a:prstGeom prst="rect">
            <a:avLst/>
          </a:prstGeom>
        </p:spPr>
      </p:pic>
    </p:spTree>
    <p:extLst>
      <p:ext uri="{BB962C8B-B14F-4D97-AF65-F5344CB8AC3E}">
        <p14:creationId xmlns:p14="http://schemas.microsoft.com/office/powerpoint/2010/main" val="2610657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DAC34-BA79-F84D-B090-6F2683A701DC}"/>
              </a:ext>
            </a:extLst>
          </p:cNvPr>
          <p:cNvSpPr>
            <a:spLocks noGrp="1"/>
          </p:cNvSpPr>
          <p:nvPr>
            <p:ph type="title"/>
          </p:nvPr>
        </p:nvSpPr>
        <p:spPr/>
        <p:txBody>
          <a:bodyPr/>
          <a:lstStyle/>
          <a:p>
            <a:r>
              <a:rPr lang="en-GB" dirty="0" err="1"/>
              <a:t>ElasticNet</a:t>
            </a:r>
            <a:endParaRPr lang="en-GB" dirty="0"/>
          </a:p>
        </p:txBody>
      </p:sp>
      <p:sp>
        <p:nvSpPr>
          <p:cNvPr id="4" name="Slide Number Placeholder 3">
            <a:extLst>
              <a:ext uri="{FF2B5EF4-FFF2-40B4-BE49-F238E27FC236}">
                <a16:creationId xmlns:a16="http://schemas.microsoft.com/office/drawing/2014/main" id="{20981AE0-DFDC-809D-8EE7-B47C825FBC7C}"/>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F74D7E6C-9B20-4593-B18C-8D2C7BEEFCA2}" type="slidenum">
              <a:rPr kumimoji="0" lang="en-GB" sz="16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GB" sz="16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89C33B41-1B3F-4304-E317-4189EAC6F2F2}"/>
              </a:ext>
            </a:extLst>
          </p:cNvPr>
          <p:cNvSpPr txBox="1"/>
          <p:nvPr/>
        </p:nvSpPr>
        <p:spPr>
          <a:xfrm>
            <a:off x="323851" y="1489639"/>
            <a:ext cx="11788032" cy="258532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err="1">
                <a:ln>
                  <a:noFill/>
                </a:ln>
                <a:solidFill>
                  <a:prstClr val="white">
                    <a:lumMod val="95000"/>
                  </a:prstClr>
                </a:solidFill>
                <a:effectLst/>
                <a:uLnTx/>
                <a:uFillTx/>
                <a:latin typeface="Calibri" panose="020F0502020204030204"/>
                <a:ea typeface="+mn-ea"/>
                <a:cs typeface="+mn-cs"/>
              </a:rPr>
              <a:t>ElasticNet</a:t>
            </a:r>
            <a:r>
              <a:rPr kumimoji="0" lang="en-GB" sz="18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 is a hybrid of Lasso and Ridge, where both absolute value penalisation and squared penalisation are included, regulated by the L1_ratio coefficient. The L1_ratio takes values between 0 and 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L1_ratio = 0 is the Lasso penalty.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L1_ratio = 1 is the Ridge penalty.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L1_ratio between 0 and 1 is a combination of the Ridge and Lasso penalty.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rPr>
              <a:t>For Alpha = 0, it is equivalent to Linear Regression(no penalty at all).</a:t>
            </a:r>
          </a:p>
        </p:txBody>
      </p:sp>
      <p:pic>
        <p:nvPicPr>
          <p:cNvPr id="7" name="Picture 6">
            <a:extLst>
              <a:ext uri="{FF2B5EF4-FFF2-40B4-BE49-F238E27FC236}">
                <a16:creationId xmlns:a16="http://schemas.microsoft.com/office/drawing/2014/main" id="{008BBDBF-C779-E7FF-1D12-E83414194C0C}"/>
              </a:ext>
            </a:extLst>
          </p:cNvPr>
          <p:cNvPicPr>
            <a:picLocks noChangeAspect="1"/>
          </p:cNvPicPr>
          <p:nvPr/>
        </p:nvPicPr>
        <p:blipFill>
          <a:blip r:embed="rId2"/>
          <a:stretch>
            <a:fillRect/>
          </a:stretch>
        </p:blipFill>
        <p:spPr>
          <a:xfrm>
            <a:off x="421126" y="4937989"/>
            <a:ext cx="11593481" cy="1142786"/>
          </a:xfrm>
          <a:prstGeom prst="rect">
            <a:avLst/>
          </a:prstGeom>
          <a:solidFill>
            <a:schemeClr val="bg1"/>
          </a:solidFill>
        </p:spPr>
      </p:pic>
    </p:spTree>
    <p:extLst>
      <p:ext uri="{BB962C8B-B14F-4D97-AF65-F5344CB8AC3E}">
        <p14:creationId xmlns:p14="http://schemas.microsoft.com/office/powerpoint/2010/main" val="1163390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268DD3-DCA3-ED92-30A1-5C2BA53A01DB}"/>
              </a:ext>
            </a:extLst>
          </p:cNvPr>
          <p:cNvSpPr>
            <a:spLocks noGrp="1"/>
          </p:cNvSpPr>
          <p:nvPr>
            <p:ph type="sldNum" sz="quarter" idx="12"/>
          </p:nvPr>
        </p:nvSpPr>
        <p:spPr/>
        <p:txBody>
          <a:bodyPr/>
          <a:lstStyle/>
          <a:p>
            <a:fld id="{F74D7E6C-9B20-4593-B18C-8D2C7BEEFCA2}" type="slidenum">
              <a:rPr lang="en-GB" smtClean="0"/>
              <a:t>7</a:t>
            </a:fld>
            <a:endParaRPr lang="en-GB"/>
          </a:p>
        </p:txBody>
      </p:sp>
      <p:sp>
        <p:nvSpPr>
          <p:cNvPr id="5" name="Text Placeholder 4">
            <a:extLst>
              <a:ext uri="{FF2B5EF4-FFF2-40B4-BE49-F238E27FC236}">
                <a16:creationId xmlns:a16="http://schemas.microsoft.com/office/drawing/2014/main" id="{C34A11B6-89F6-27E5-9C9F-9CC0F74ACBFE}"/>
              </a:ext>
            </a:extLst>
          </p:cNvPr>
          <p:cNvSpPr>
            <a:spLocks noGrp="1"/>
          </p:cNvSpPr>
          <p:nvPr>
            <p:ph type="body" sz="quarter" idx="13"/>
          </p:nvPr>
        </p:nvSpPr>
        <p:spPr/>
        <p:txBody>
          <a:bodyPr/>
          <a:lstStyle/>
          <a:p>
            <a:r>
              <a:rPr lang="en-GB" dirty="0"/>
              <a:t>Complete the notebook on regularisation.</a:t>
            </a:r>
          </a:p>
        </p:txBody>
      </p:sp>
    </p:spTree>
    <p:extLst>
      <p:ext uri="{BB962C8B-B14F-4D97-AF65-F5344CB8AC3E}">
        <p14:creationId xmlns:p14="http://schemas.microsoft.com/office/powerpoint/2010/main" val="2384867274"/>
      </p:ext>
    </p:extLst>
  </p:cSld>
  <p:clrMapOvr>
    <a:masterClrMapping/>
  </p:clrMapOvr>
</p:sld>
</file>

<file path=ppt/theme/theme1.xml><?xml version="1.0" encoding="utf-8"?>
<a:theme xmlns:a="http://schemas.openxmlformats.org/drawingml/2006/main" name="LT01-Orange_on_White">
  <a:themeElements>
    <a:clrScheme name="LT-01">
      <a:dk1>
        <a:sysClr val="windowText" lastClr="000000"/>
      </a:dk1>
      <a:lt1>
        <a:sysClr val="window" lastClr="FFFFFF"/>
      </a:lt1>
      <a:dk2>
        <a:srgbClr val="262626"/>
      </a:dk2>
      <a:lt2>
        <a:srgbClr val="F2F2F2"/>
      </a:lt2>
      <a:accent1>
        <a:srgbClr val="F9951E"/>
      </a:accent1>
      <a:accent2>
        <a:srgbClr val="E03A45"/>
      </a:accent2>
      <a:accent3>
        <a:srgbClr val="C43408"/>
      </a:accent3>
      <a:accent4>
        <a:srgbClr val="EDEDED"/>
      </a:accent4>
      <a:accent5>
        <a:srgbClr val="F6F6F6"/>
      </a:accent5>
      <a:accent6>
        <a:srgbClr val="5587C6"/>
      </a:accent6>
      <a:hlink>
        <a:srgbClr val="A3C730"/>
      </a:hlink>
      <a:folHlink>
        <a:srgbClr val="19803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T01-Orange_on_White" id="{739AC39E-3B25-4EE4-AD61-CF0BB1C8AB26}" vid="{2BE66A92-CAA1-49A5-8869-0048AA60F479}"/>
    </a:ext>
  </a:extLst>
</a:theme>
</file>

<file path=ppt/theme/theme2.xml><?xml version="1.0" encoding="utf-8"?>
<a:theme xmlns:a="http://schemas.openxmlformats.org/drawingml/2006/main" name="1_LT01-Orange_on_White">
  <a:themeElements>
    <a:clrScheme name="LT-01">
      <a:dk1>
        <a:sysClr val="windowText" lastClr="000000"/>
      </a:dk1>
      <a:lt1>
        <a:sysClr val="window" lastClr="FFFFFF"/>
      </a:lt1>
      <a:dk2>
        <a:srgbClr val="262626"/>
      </a:dk2>
      <a:lt2>
        <a:srgbClr val="F2F2F2"/>
      </a:lt2>
      <a:accent1>
        <a:srgbClr val="F9951E"/>
      </a:accent1>
      <a:accent2>
        <a:srgbClr val="E03A45"/>
      </a:accent2>
      <a:accent3>
        <a:srgbClr val="C43408"/>
      </a:accent3>
      <a:accent4>
        <a:srgbClr val="EDEDED"/>
      </a:accent4>
      <a:accent5>
        <a:srgbClr val="F6F6F6"/>
      </a:accent5>
      <a:accent6>
        <a:srgbClr val="5587C6"/>
      </a:accent6>
      <a:hlink>
        <a:srgbClr val="A3C730"/>
      </a:hlink>
      <a:folHlink>
        <a:srgbClr val="198035"/>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T01-Orange_on_White" id="{739AC39E-3B25-4EE4-AD61-CF0BB1C8AB26}" vid="{2BE66A92-CAA1-49A5-8869-0048AA60F47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07CDBDE7CAED942A2F703AEE831EDC5" ma:contentTypeVersion="7" ma:contentTypeDescription="Create a new document." ma:contentTypeScope="" ma:versionID="0e12d04cba7bb251e69f82b9ebdf8274">
  <xsd:schema xmlns:xsd="http://www.w3.org/2001/XMLSchema" xmlns:xs="http://www.w3.org/2001/XMLSchema" xmlns:p="http://schemas.microsoft.com/office/2006/metadata/properties" xmlns:ns2="1c3b38b4-e909-4311-a6ff-2b7e57d505da" targetNamespace="http://schemas.microsoft.com/office/2006/metadata/properties" ma:root="true" ma:fieldsID="2e189daeb25f9a78fa63fdb64c917f04" ns2:_="">
    <xsd:import namespace="1c3b38b4-e909-4311-a6ff-2b7e57d505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3b38b4-e909-4311-a6ff-2b7e57d505d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028A60D-A10A-439C-8721-D29D1CCED3C7}"/>
</file>

<file path=customXml/itemProps2.xml><?xml version="1.0" encoding="utf-8"?>
<ds:datastoreItem xmlns:ds="http://schemas.openxmlformats.org/officeDocument/2006/customXml" ds:itemID="{DDA3FD88-C1D2-4D44-BED2-6F8881367566}"/>
</file>

<file path=customXml/itemProps3.xml><?xml version="1.0" encoding="utf-8"?>
<ds:datastoreItem xmlns:ds="http://schemas.openxmlformats.org/officeDocument/2006/customXml" ds:itemID="{47391E35-6F1C-4810-8B0F-81E2C5E4616B}"/>
</file>

<file path=docProps/app.xml><?xml version="1.0" encoding="utf-8"?>
<Properties xmlns="http://schemas.openxmlformats.org/officeDocument/2006/extended-properties" xmlns:vt="http://schemas.openxmlformats.org/officeDocument/2006/docPropsVTypes">
  <TotalTime>2</TotalTime>
  <Words>405</Words>
  <Application>Microsoft Office PowerPoint</Application>
  <PresentationFormat>Widescreen</PresentationFormat>
  <Paragraphs>37</Paragraphs>
  <Slides>7</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7</vt:i4>
      </vt:variant>
    </vt:vector>
  </HeadingPairs>
  <TitlesOfParts>
    <vt:vector size="12" baseType="lpstr">
      <vt:lpstr>Arial</vt:lpstr>
      <vt:lpstr>Calibri</vt:lpstr>
      <vt:lpstr>Calibri Light</vt:lpstr>
      <vt:lpstr>LT01-Orange_on_White</vt:lpstr>
      <vt:lpstr>1_LT01-Orange_on_White</vt:lpstr>
      <vt:lpstr>03.02</vt:lpstr>
      <vt:lpstr>Regularisations</vt:lpstr>
      <vt:lpstr>Regularisations</vt:lpstr>
      <vt:lpstr>Ridge</vt:lpstr>
      <vt:lpstr>Lasso</vt:lpstr>
      <vt:lpstr>ElasticNet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Georgina Thomas</dc:creator>
  <cp:lastModifiedBy>Georgina Thomas</cp:lastModifiedBy>
  <cp:revision>1</cp:revision>
  <dcterms:created xsi:type="dcterms:W3CDTF">2026-01-29T10:36:07Z</dcterms:created>
  <dcterms:modified xsi:type="dcterms:W3CDTF">2026-01-29T10:38:23Z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0x010100707CDBDE7CAED942A2F703AEE831EDC5</vt:lpwstr>
  </property>
</Properties>
</file>